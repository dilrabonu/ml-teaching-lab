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53F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74-4E45-BD1C-1F0664040CCA}"/>
              </c:ext>
            </c:extLst>
          </c:dPt>
          <c:dPt>
            <c:idx val="1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74-4E45-BD1C-1F0664040CC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74-4E45-BD1C-1F0664040CC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74-4E45-BD1C-1F0664040CC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Train (80%)</c:v>
                </c:pt>
                <c:pt idx="1">
                  <c:v>Test (20%)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D74-4E45-BD1C-1F0664040C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4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396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AE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AL-XORAZMIY VORISLARI  ·  MENTORLIK DASTURI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73736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jarayoni va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baholash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4160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BE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→  Test  →  Evaluate bosqichlari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4892040"/>
            <a:ext cx="1280160" cy="41148"/>
          </a:xfrm>
          <a:prstGeom prst="rect">
            <a:avLst/>
          </a:prstGeom>
          <a:solidFill>
            <a:srgbClr val="453FE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Dilrabo Xidirova  ·  AI/ML mentor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Bugungi reja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daqiqada mashina o'rganishi jarayonini boshidan oxirigacha ko'ramiz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02082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0332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1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Isinish mashqi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2990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— model bo'lasan!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1920240"/>
            <a:ext cx="502920" cy="50292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02082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1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6344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hayotiy misol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63440" y="2990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ID, tavsiyalar, spam-filter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0208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92840" y="1856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1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458200" y="2560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jarayoni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458200" y="29900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→ Train → Test → Evaluate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" y="4215384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70332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1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86868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86868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ma'lumotni bo'lamiz?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43484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63440" y="4114800"/>
            <a:ext cx="502920" cy="50292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4215384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9808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1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466344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Jonli demolar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66344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 simulyator + Teachable Machine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22960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458200" y="4114800"/>
            <a:ext cx="502920" cy="50292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8784" y="4215384"/>
            <a:ext cx="301752" cy="30175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29284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1E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8458200" y="4754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458200" y="51846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kundalik hayotimizda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kuni foydalanadigan ilovalarimiz orqasida — aynan shu jarayon ishlaydi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494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ID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 yuzingizni minglab misolda "o'rgangan" model orqali tanaydi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24942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Tavsiyalar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09160" y="34290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Instagram/YouTube nima ko'rishingizni oldingi tanlovlaringizdan "o'rganadi"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ECEBF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24942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Spam-filter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03920" y="3429000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xizmati minglab xat namunasidan spam va oddiy xatni farqlashni o'rgangan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jarayoni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model shu to'rt bosqichdan o'tadi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5B8DE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3639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To'plash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3154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80360" y="265176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7180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971800" y="3639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3154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120640" y="265176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BA7517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1208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212080" y="3639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Sinash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040880" y="3154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60920" y="265176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E0577A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5236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452360" y="363931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Baholash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81160" y="31546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601200" y="265176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9D7BEA"/>
          </a:solidFill>
          <a:ln/>
        </p:spPr>
      </p:sp>
      <p:sp>
        <p:nvSpPr>
          <p:cNvPr id="25" name="Text 23"/>
          <p:cNvSpPr/>
          <p:nvPr/>
        </p:nvSpPr>
        <p:spPr>
          <a:xfrm>
            <a:off x="973836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92640" y="3154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Natija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7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Maktabga o'xshatsak: Train — mashq, Test — imtihon, Evaluate — baho qo'yish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ma'lumotni ikkiga bo'lamiz?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822960" y="1737360"/>
          <a:ext cx="42062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2103120"/>
            <a:ext cx="5943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— model shu ma'lumot orqali "o'rganadi" (train)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— model oldin ko'rmagan ma'lumotda "sinaladi" (test)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Agar bir xil ma'lumot bilan o'qitib, sinasak — model shunchaki yodlab qoladi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holat "overfitting" deb ataladi — imtihon savollarini oldindan bilib olishga o'xshaydi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453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Jonli demo — Interaktiv simulyator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920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Slayderni suring → Modelni o'qiting → Sinang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05840" y="2606040"/>
            <a:ext cx="384048" cy="384048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514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ulushini tanlang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508760" y="28529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Slayder orqali train/test nisbatini o'zgartiring (masalan 80/20)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0" y="2606040"/>
            <a:ext cx="384048" cy="384048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86600" y="2514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"Modelni o'qit" tugmasi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086600" y="28529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Progress-bar orqali train jarayonini jonli ko'rasiz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005840" y="3749040"/>
            <a:ext cx="384048" cy="384048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50876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"Sinash" tugmasi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508760" y="39959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/ ✗ belgilari va aniqlik foizi jonli chiqadi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583680" y="3749040"/>
            <a:ext cx="384048" cy="384048"/>
          </a:xfrm>
          <a:prstGeom prst="ellipse">
            <a:avLst/>
          </a:prstGeom>
          <a:solidFill>
            <a:srgbClr val="ECEBFC"/>
          </a:solidFill>
          <a:ln/>
        </p:spPr>
      </p:sp>
      <p:sp>
        <p:nvSpPr>
          <p:cNvPr id="20" name="Text 17"/>
          <p:cNvSpPr/>
          <p:nvPr/>
        </p:nvSpPr>
        <p:spPr>
          <a:xfrm>
            <a:off x="65836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53F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08660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100%ga surib ko'ring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7086600" y="3995928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ma'lumoti yo'q holatini va uning xavfini ko'rsatadi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685800" cy="685800"/>
          </a:xfrm>
          <a:prstGeom prst="ellipse">
            <a:avLst/>
          </a:prstGeom>
          <a:solidFill>
            <a:srgbClr val="1D9E7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7315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486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Jonli demo — Google Teachable Machine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640080" y="1645920"/>
            <a:ext cx="108813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92024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teachablemachine.withgoogle.com  —  real kamera bilan, kod yozmasdan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05840" y="2606040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8" name="Text 5"/>
          <p:cNvSpPr/>
          <p:nvPr/>
        </p:nvSpPr>
        <p:spPr>
          <a:xfrm>
            <a:off x="100584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6060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Project tanlang  </a:t>
            </a: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image model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1005840" y="3182112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1" name="Text 8"/>
          <p:cNvSpPr/>
          <p:nvPr/>
        </p:nvSpPr>
        <p:spPr>
          <a:xfrm>
            <a:off x="100584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08760" y="318211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 klass yarating  </a:t>
            </a: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Masalan: "qo'l yuqorida" / "qo'l pastda"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1005840" y="3758184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4" name="Text 11"/>
          <p:cNvSpPr/>
          <p:nvPr/>
        </p:nvSpPr>
        <p:spPr>
          <a:xfrm>
            <a:off x="100584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08760" y="375818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orqali rasm oling  </a:t>
            </a: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klass uchun 20-30 ta (bu — train ma'lumoti)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1005840" y="4334256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08760" y="433425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"Train Model" bosing  </a:t>
            </a: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necha soniyada model tayyor bo'ladi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1005840" y="4910328"/>
            <a:ext cx="365760" cy="365760"/>
          </a:xfrm>
          <a:prstGeom prst="ellipse">
            <a:avLst/>
          </a:prstGeom>
          <a:solidFill>
            <a:srgbClr val="E1F5EE"/>
          </a:solidFill>
          <a:ln/>
        </p:spPr>
      </p:sp>
      <p:sp>
        <p:nvSpPr>
          <p:cNvPr id="20" name="Text 17"/>
          <p:cNvSpPr/>
          <p:nvPr/>
        </p:nvSpPr>
        <p:spPr>
          <a:xfrm>
            <a:off x="1005840" y="4910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08760" y="49103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panelida sinang  </a:t>
            </a:r>
            <a:r>
              <a:rPr lang="en-US" sz="14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Foiz ko'rsatkichi — modelning "ishonch darajasi"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Baholash — Evaluate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qanchalik yaxshi ishlayotganini qanday o'lchaymiz?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749040" cy="4160520"/>
          </a:xfrm>
          <a:prstGeom prst="roundRect">
            <a:avLst>
              <a:gd name="adj" fmla="val 1951"/>
            </a:avLst>
          </a:prstGeom>
          <a:solidFill>
            <a:srgbClr val="453FE0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C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4E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topilganlar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E4E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 sinovlar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8/10 = 80%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68680" y="45720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9C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har doim yaxshimi? Yo'q — bu overfitting belgisi bo'lishi mumkin!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783080"/>
            <a:ext cx="6812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2103120"/>
            <a:ext cx="109728" cy="1234440"/>
          </a:xfrm>
          <a:prstGeom prst="round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0574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257800" y="25603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"Mushuk" deganida, necha foiz holatda haqiqatan ham to'g'ri edi?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3931920"/>
            <a:ext cx="6812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4251960"/>
            <a:ext cx="109728" cy="1234440"/>
          </a:xfrm>
          <a:prstGeom prst="roundRect">
            <a:avLst/>
          </a:prstGeom>
          <a:solidFill>
            <a:srgbClr val="BA7517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42062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257800" y="47091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Haqiqiy mushuklarning necha foizini model topa oldi?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 nimalarni o'rgandik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80136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911096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6002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jarayoni — Ma'lumot, Train, Test, Evaluate — to'rtta aniq bosqichdan iborat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85292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96265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517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va Test ma'lumotlari alohida bo'lishi shart — aks holda model "yodlab" qoladi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" y="3703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390448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01421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7033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accuracy har doim ham "yaxshi model" degani emas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640080" y="47548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14400" y="4956048"/>
            <a:ext cx="457200" cy="457200"/>
          </a:xfrm>
          <a:prstGeom prst="ellipse">
            <a:avLst/>
          </a:prstGeom>
          <a:solidFill>
            <a:srgbClr val="E1F5EE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506577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7548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precision va recall — accuracy ortidagi haqiqatni ko'rsatadi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1371600"/>
            <a:ext cx="1005840" cy="1005840"/>
          </a:xfrm>
          <a:prstGeom prst="ellipse">
            <a:avLst/>
          </a:prstGeom>
          <a:solidFill>
            <a:srgbClr val="453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161848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743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Rahmat! Savollar bormi?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B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materiallar va kod — GitHub sahifamda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Dilrabo Xidirova  ·  Al-Xorazmiy vorislari mentorlik dasturi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527</Words>
  <Application>Microsoft Office PowerPoint</Application>
  <PresentationFormat>Widescreen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jarayoni va model baholash</dc:title>
  <dc:subject>PptxGenJS Presentation</dc:subject>
  <dc:creator>Dilrabo Xidirova</dc:creator>
  <cp:lastModifiedBy>Dilrabo Khidirova</cp:lastModifiedBy>
  <cp:revision>2</cp:revision>
  <dcterms:created xsi:type="dcterms:W3CDTF">2026-07-06T08:58:00Z</dcterms:created>
  <dcterms:modified xsi:type="dcterms:W3CDTF">2026-07-06T09:55:35Z</dcterms:modified>
</cp:coreProperties>
</file>