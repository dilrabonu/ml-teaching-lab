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AL-XORAZMIY VORISLARI  ·  MENTORLIK DASTURI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73736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DOM, BOM va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Event'lar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elementlarini JavaScript orqali boshqarish va hodisalar bilan ishlash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892040"/>
            <a:ext cx="1280160" cy="41148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Dilrabo Xidirova  ·  AI/ML mentor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Bugungi reja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34440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Taxmin qiling! (warm-up)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2344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0" y="1234440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234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Hikoya: Pult va Qo'ng'iroq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267712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67712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6771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DOM nima?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267712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2267712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26771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BOM nima?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300984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300984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30098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Elementni boshqarish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3300984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3300984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30098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Event'lar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4334256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334256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33425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Konsolidatsiya loyihasi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4334256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4334256"/>
            <a:ext cx="73152" cy="868680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33425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Yakunlovchi o'yin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453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 — Taxmin qiling!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10881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9202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 qanday atama ishlatilmaydi — faqat qiziqish!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05840" y="2651760"/>
            <a:ext cx="365760" cy="365760"/>
          </a:xfrm>
          <a:prstGeom prst="ellipse">
            <a:avLst/>
          </a:prstGeom>
          <a:solidFill>
            <a:srgbClr val="ECEBFC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62432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sirli tugma/quti bilan tanishasiz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05840" y="3291840"/>
            <a:ext cx="365760" cy="365760"/>
          </a:xfrm>
          <a:prstGeom prst="ellipse">
            <a:avLst/>
          </a:prstGeom>
          <a:solidFill>
            <a:srgbClr val="ECEBFC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08760" y="326440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birida avval NATIJANI taxmin qilasiz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05840" y="3931920"/>
            <a:ext cx="365760" cy="365760"/>
          </a:xfrm>
          <a:prstGeom prst="ellipse">
            <a:avLst/>
          </a:prstGeom>
          <a:solidFill>
            <a:srgbClr val="ECEBFC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508760" y="390448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 tugmani bosib, to'g'ri yoki noto'g'ri ekanini tekshirasiz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05840" y="4572000"/>
            <a:ext cx="365760" cy="365760"/>
          </a:xfrm>
          <a:prstGeom prst="ellipse">
            <a:avLst/>
          </a:prstGeom>
          <a:solidFill>
            <a:srgbClr val="ECEBFC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08760" y="454456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Yakunida ball chiqadi va darsga ko'prik jumlasi eshitiladi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Taxmin_Qiling.html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BA751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Hikoya orqali kirish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8288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ECEBF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Pult va Televizor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Pult tugmasini bossangiz, televizor ekrani o'zgaradi — televizorning o'ziga qo'l tekkizmasdan.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8288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AEEDA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828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Eshik qo'ng'irog'i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537960" y="283464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Qo'ng'iroq bosilganda, eshik ochiladi — biz doim kutib turmaymiz, faqat chaqirilganda javob beramiz.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Hikoya_Tushuntirish.html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— sahifaning daraxti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06240" y="173736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06240" y="256032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51760" y="33832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BA7517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3383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33832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D6336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3383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33832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9D7BEA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3383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66360" y="2331720"/>
            <a:ext cx="0" cy="228600"/>
          </a:xfrm>
          <a:prstGeom prst="line">
            <a:avLst/>
          </a:prstGeom>
          <a:noFill/>
          <a:ln w="19050">
            <a:solidFill>
              <a:srgbClr val="6B7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3154680"/>
            <a:ext cx="-1691640" cy="228600"/>
          </a:xfrm>
          <a:prstGeom prst="line">
            <a:avLst/>
          </a:prstGeom>
          <a:noFill/>
          <a:ln w="19050">
            <a:solidFill>
              <a:srgbClr val="6B7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3154680"/>
            <a:ext cx="502920" cy="228600"/>
          </a:xfrm>
          <a:prstGeom prst="line">
            <a:avLst/>
          </a:prstGeom>
          <a:noFill/>
          <a:ln w="19050">
            <a:solidFill>
              <a:srgbClr val="6B7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3154680"/>
            <a:ext cx="2697480" cy="228600"/>
          </a:xfrm>
          <a:prstGeom prst="line">
            <a:avLst/>
          </a:prstGeom>
          <a:noFill/>
          <a:ln w="19050">
            <a:solidFill>
              <a:srgbClr val="6B7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= sahifadagi barcha elementlarning "xaritasi"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DOM_Sxema.excalidraw + Chrome DevTools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 — brauzerning o'zi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— sahifa ICHI. BOM — brauzerning O'ZI.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453FE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Sahifadagi elementlar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&lt;h1&gt;, &lt;button&gt;, &lt;p&gt;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8288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Brauzerning o'zi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6576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oyna o'lchami, alert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BOM_Sxema.excalidraw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Elementni boshqarish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12182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</a:t>
            </a:r>
            <a:pPr indent="0" marL="0">
              <a:buNone/>
            </a:pPr>
            <a:r>
              <a:rPr lang="en-US" sz="17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700" dirty="0">
                <a:solidFill>
                  <a:srgbClr val="FFD9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'#sarlavha'</a:t>
            </a:r>
            <a:pPr indent="0" marL="0">
              <a:buNone/>
            </a:pPr>
            <a:r>
              <a:rPr lang="en-US" sz="17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700" dirty="0">
                <a:solidFill>
                  <a:srgbClr val="7CC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.textContent = </a:t>
            </a:r>
            <a:pPr indent="0" marL="0">
              <a:buNone/>
            </a:pPr>
            <a:r>
              <a:rPr lang="en-US" sz="1700" dirty="0">
                <a:solidFill>
                  <a:srgbClr val="FFD9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'Salom!'</a:t>
            </a:r>
            <a:pPr indent="0" marL="0">
              <a:buNone/>
            </a:pPr>
            <a:r>
              <a:rPr lang="en-US" sz="1700" dirty="0">
                <a:solidFill>
                  <a:srgbClr val="E7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365760" cy="365760"/>
          </a:xfrm>
          <a:prstGeom prst="ellipse">
            <a:avLst/>
          </a:prstGeom>
          <a:solidFill>
            <a:srgbClr val="453FE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querySelector('#sarlavha')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"Elementni top"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365760" cy="365760"/>
          </a:xfrm>
          <a:prstGeom prst="ellipse">
            <a:avLst/>
          </a:prstGeom>
          <a:solidFill>
            <a:srgbClr val="453FE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.textContent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"Uning matnini..."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365760" cy="365760"/>
          </a:xfrm>
          <a:prstGeom prst="ellipse">
            <a:avLst/>
          </a:prstGeom>
          <a:solidFill>
            <a:srgbClr val="453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480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'Salom!'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"...o'zgartir"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DOM_BOM_Playground.html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— foydalanuvchi harakatiga javob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6517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AEED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816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Foydalanuvchi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Tugmani bosadi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30632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26517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CEB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816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Brauzer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Hodisa payqaydi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30632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80760" y="26517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1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816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ishlaydi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58200" y="30632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686800" y="26517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BE4ED"/>
          </a:solidFill>
          <a:ln/>
        </p:spPr>
      </p:sp>
      <p:sp>
        <p:nvSpPr>
          <p:cNvPr id="17" name="Text 15"/>
          <p:cNvSpPr/>
          <p:nvPr/>
        </p:nvSpPr>
        <p:spPr>
          <a:xfrm>
            <a:off x="8823960" y="2816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3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Natija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2396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 o'zgaradi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DOM_BOM_Playground.html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Konsolidatsiya — yakuniy loyiha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10881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9202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to'rt mavzu — bitta ilovada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05840" y="2606040"/>
            <a:ext cx="384048" cy="384048"/>
          </a:xfrm>
          <a:prstGeom prst="ellipse">
            <a:avLst/>
          </a:prstGeom>
          <a:solidFill>
            <a:srgbClr val="453FE0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587752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05840" y="3227832"/>
            <a:ext cx="384048" cy="384048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54480" y="3209544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1005840" y="3849624"/>
            <a:ext cx="384048" cy="38404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54480" y="3831336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Elementni boshqarish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1005840" y="4471416"/>
            <a:ext cx="384048" cy="384048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554480" y="4453128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Event'lar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JS_Playground_Loyiha (index.html + script.js)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D6336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Yakunlovchi o'yin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08813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20116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soniyada nechtasini to'g'ri ajratasiz?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554480" y="301752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453FE0"/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023360" y="301752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BA7517"/>
          </a:solidFill>
          <a:ln/>
        </p:spPr>
      </p:sp>
      <p:sp>
        <p:nvSpPr>
          <p:cNvPr id="10" name="Text 7"/>
          <p:cNvSpPr/>
          <p:nvPr/>
        </p:nvSpPr>
        <p:spPr>
          <a:xfrm>
            <a:off x="402336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92240" y="301752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1D9E75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961120" y="301752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D6336C"/>
          </a:solidFill>
          <a:ln/>
        </p:spPr>
      </p:sp>
      <p:sp>
        <p:nvSpPr>
          <p:cNvPr id="14" name="Text 11"/>
          <p:cNvSpPr/>
          <p:nvPr/>
        </p:nvSpPr>
        <p:spPr>
          <a:xfrm>
            <a:off x="8961120" y="3017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savol · vaqt bilan poyga · ball to'planadi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6400800"/>
            <a:ext cx="5120640" cy="384048"/>
          </a:xfrm>
          <a:prstGeom prst="roundRect">
            <a:avLst>
              <a:gd name="adj" fmla="val 119048"/>
            </a:avLst>
          </a:prstGeom>
          <a:solidFill>
            <a:srgbClr val="ECEBFC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6400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60_Soniyalik_Chaqiriq.html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Bugun nimalarni o'rgandik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0136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911096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— sahifadagi elementlarning "daraxt" tuzilishi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85292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9626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651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— brauzerning o'zi bilan bog'liq narsalar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3703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14400" y="390448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0142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703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va .textContent/.style — elementni topish va o'zgartirish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0080" y="47548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495604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0657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7548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— foydalanuvchi harakatiga dastur javob berishi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371600"/>
            <a:ext cx="1005840" cy="1005840"/>
          </a:xfrm>
          <a:prstGeom prst="ellipse">
            <a:avLst/>
          </a:prstGeom>
          <a:solidFill>
            <a:srgbClr val="453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61848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743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Rahmat! Savollar bormi?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 vazifasi va barcha materiallar — GitHub sahifamda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Dilrabo Xidirova  ·  Al-Xorazmiy vorislari mentorlik dasturi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DOM, BOM va Event'lar — Yakuniy</dc:title>
  <dc:subject>PptxGenJS Presentation</dc:subject>
  <dc:creator>Dilrabo Xidirova</dc:creator>
  <cp:lastModifiedBy>Dilrabo Xidirova</cp:lastModifiedBy>
  <cp:revision>1</cp:revision>
  <dcterms:created xsi:type="dcterms:W3CDTF">2026-07-07T08:27:16Z</dcterms:created>
  <dcterms:modified xsi:type="dcterms:W3CDTF">2026-07-07T08:27:16Z</dcterms:modified>
</cp:coreProperties>
</file>