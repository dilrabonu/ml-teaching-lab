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29" r:id="rId5"/>
  </p:sldMasterIdLst>
  <p:notesMasterIdLst>
    <p:notesMasterId r:id="rId20"/>
  </p:notesMasterIdLst>
  <p:sldIdLst>
    <p:sldId id="256" r:id="rId6"/>
    <p:sldId id="257" r:id="rId7"/>
    <p:sldId id="385" r:id="rId8"/>
    <p:sldId id="387" r:id="rId9"/>
    <p:sldId id="388" r:id="rId10"/>
    <p:sldId id="326" r:id="rId11"/>
    <p:sldId id="327" r:id="rId12"/>
    <p:sldId id="359" r:id="rId13"/>
    <p:sldId id="334" r:id="rId14"/>
    <p:sldId id="367" r:id="rId15"/>
    <p:sldId id="333" r:id="rId16"/>
    <p:sldId id="354" r:id="rId17"/>
    <p:sldId id="360" r:id="rId18"/>
    <p:sldId id="3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06799F8-075E-4A3A-A7F6-7FBC6576F1A4}" styleName="Стиль из темы 2 - акцент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497" autoAdjust="0"/>
  </p:normalViewPr>
  <p:slideViewPr>
    <p:cSldViewPr snapToGrid="0">
      <p:cViewPr varScale="1">
        <p:scale>
          <a:sx n="73" d="100"/>
          <a:sy n="73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9AB79F-C782-4111-A248-3DBF3FBED24F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D11069-862D-4FF0-AD0D-B23735B070FC}">
      <dgm:prSet phldrT="[Text]"/>
      <dgm:spPr/>
      <dgm:t>
        <a:bodyPr/>
        <a:lstStyle/>
        <a:p>
          <a:pPr>
            <a:buNone/>
          </a:pPr>
          <a:r>
            <a:rPr lang="en-US" dirty="0"/>
            <a:t>Explain how Decision Trees make decisions </a:t>
          </a:r>
        </a:p>
      </dgm:t>
    </dgm:pt>
    <dgm:pt modelId="{028889A5-F5C5-471C-A364-4B5EBA16F1ED}" type="parTrans" cxnId="{4DC4DB36-12C6-437E-BA96-AC99F3ACCB95}">
      <dgm:prSet/>
      <dgm:spPr/>
      <dgm:t>
        <a:bodyPr/>
        <a:lstStyle/>
        <a:p>
          <a:endParaRPr lang="en-US"/>
        </a:p>
      </dgm:t>
    </dgm:pt>
    <dgm:pt modelId="{14624FE2-C365-4E18-ADA6-FCA7374A4662}" type="sibTrans" cxnId="{4DC4DB36-12C6-437E-BA96-AC99F3ACCB95}">
      <dgm:prSet/>
      <dgm:spPr/>
      <dgm:t>
        <a:bodyPr/>
        <a:lstStyle/>
        <a:p>
          <a:endParaRPr lang="en-US"/>
        </a:p>
      </dgm:t>
    </dgm:pt>
    <dgm:pt modelId="{00C114D5-EB7E-47E5-A893-4A72D71289D2}">
      <dgm:prSet phldrT="[Text]"/>
      <dgm:spPr/>
      <dgm:t>
        <a:bodyPr/>
        <a:lstStyle/>
        <a:p>
          <a:pPr>
            <a:buNone/>
          </a:pPr>
          <a:r>
            <a:rPr lang="en-US" dirty="0"/>
            <a:t>Describe how Random Forest improves accuracy</a:t>
          </a:r>
        </a:p>
      </dgm:t>
    </dgm:pt>
    <dgm:pt modelId="{0E032A44-D7BB-4125-90E5-6678C630A47B}" type="parTrans" cxnId="{2BFCA01C-1963-4F62-AB03-AC825C7EB568}">
      <dgm:prSet/>
      <dgm:spPr/>
      <dgm:t>
        <a:bodyPr/>
        <a:lstStyle/>
        <a:p>
          <a:endParaRPr lang="en-US"/>
        </a:p>
      </dgm:t>
    </dgm:pt>
    <dgm:pt modelId="{A056211D-3D7B-4020-ABB8-906D6436DD27}" type="sibTrans" cxnId="{2BFCA01C-1963-4F62-AB03-AC825C7EB568}">
      <dgm:prSet/>
      <dgm:spPr/>
      <dgm:t>
        <a:bodyPr/>
        <a:lstStyle/>
        <a:p>
          <a:endParaRPr lang="en-US"/>
        </a:p>
      </dgm:t>
    </dgm:pt>
    <dgm:pt modelId="{0A5329F3-9A07-4819-A7D9-388EC25C9C20}">
      <dgm:prSet phldrT="[Text]"/>
      <dgm:spPr/>
      <dgm:t>
        <a:bodyPr/>
        <a:lstStyle/>
        <a:p>
          <a:pPr>
            <a:buNone/>
          </a:pPr>
          <a:r>
            <a:rPr lang="en-US" dirty="0"/>
            <a:t>Interpret model decisions in real-world scenarios</a:t>
          </a:r>
        </a:p>
      </dgm:t>
    </dgm:pt>
    <dgm:pt modelId="{46D02969-5F13-444F-9BDD-E0938F5A47E5}" type="parTrans" cxnId="{536FEE9C-E442-4EB3-BFCB-26F1100A59BB}">
      <dgm:prSet/>
      <dgm:spPr/>
      <dgm:t>
        <a:bodyPr/>
        <a:lstStyle/>
        <a:p>
          <a:endParaRPr lang="en-US"/>
        </a:p>
      </dgm:t>
    </dgm:pt>
    <dgm:pt modelId="{72A6972A-199D-4AD6-A59D-F784452DC905}" type="sibTrans" cxnId="{536FEE9C-E442-4EB3-BFCB-26F1100A59BB}">
      <dgm:prSet/>
      <dgm:spPr/>
      <dgm:t>
        <a:bodyPr/>
        <a:lstStyle/>
        <a:p>
          <a:endParaRPr lang="en-US"/>
        </a:p>
      </dgm:t>
    </dgm:pt>
    <dgm:pt modelId="{F55BEA57-C618-4AC0-A18D-3E4640F02266}">
      <dgm:prSet phldrT="[Text]"/>
      <dgm:spPr/>
      <dgm:t>
        <a:bodyPr/>
        <a:lstStyle/>
        <a:p>
          <a:pPr>
            <a:buNone/>
          </a:pPr>
          <a:r>
            <a:rPr lang="en-US" dirty="0"/>
            <a:t>Build and evaluate models in Python </a:t>
          </a:r>
        </a:p>
      </dgm:t>
    </dgm:pt>
    <dgm:pt modelId="{B4420B72-E7F6-4230-B0BB-69DECEE8D844}" type="parTrans" cxnId="{B31E3596-B0F5-415C-A50B-DA2FBA04FB8E}">
      <dgm:prSet/>
      <dgm:spPr/>
      <dgm:t>
        <a:bodyPr/>
        <a:lstStyle/>
        <a:p>
          <a:endParaRPr lang="en-US"/>
        </a:p>
      </dgm:t>
    </dgm:pt>
    <dgm:pt modelId="{E703EB88-8996-4141-802B-CA70ED1F3DAC}" type="sibTrans" cxnId="{B31E3596-B0F5-415C-A50B-DA2FBA04FB8E}">
      <dgm:prSet/>
      <dgm:spPr/>
      <dgm:t>
        <a:bodyPr/>
        <a:lstStyle/>
        <a:p>
          <a:endParaRPr lang="en-US"/>
        </a:p>
      </dgm:t>
    </dgm:pt>
    <dgm:pt modelId="{94539767-48A5-41A7-A7E2-DB2B150DFD9B}">
      <dgm:prSet phldrT="[Text]"/>
      <dgm:spPr/>
      <dgm:t>
        <a:bodyPr/>
        <a:lstStyle/>
        <a:p>
          <a:pPr>
            <a:buNone/>
          </a:pPr>
          <a:r>
            <a:rPr lang="en-US" dirty="0"/>
            <a:t>Understand overfitting and model complexity </a:t>
          </a:r>
        </a:p>
      </dgm:t>
    </dgm:pt>
    <dgm:pt modelId="{6637C53F-C01D-4D19-82DE-50C682AE51EB}" type="parTrans" cxnId="{15911F90-4EBB-4AC2-BFAE-F094D382FF8A}">
      <dgm:prSet/>
      <dgm:spPr/>
      <dgm:t>
        <a:bodyPr/>
        <a:lstStyle/>
        <a:p>
          <a:endParaRPr lang="en-US"/>
        </a:p>
      </dgm:t>
    </dgm:pt>
    <dgm:pt modelId="{19D48B67-A92B-49FF-B622-54A0C6FE25BC}" type="sibTrans" cxnId="{15911F90-4EBB-4AC2-BFAE-F094D382FF8A}">
      <dgm:prSet/>
      <dgm:spPr/>
      <dgm:t>
        <a:bodyPr/>
        <a:lstStyle/>
        <a:p>
          <a:endParaRPr lang="en-US"/>
        </a:p>
      </dgm:t>
    </dgm:pt>
    <dgm:pt modelId="{1888A3F8-C583-4E4C-8931-97177FBFE14A}" type="pres">
      <dgm:prSet presAssocID="{ED9AB79F-C782-4111-A248-3DBF3FBED24F}" presName="Name0" presStyleCnt="0">
        <dgm:presLayoutVars>
          <dgm:dir/>
          <dgm:resizeHandles val="exact"/>
        </dgm:presLayoutVars>
      </dgm:prSet>
      <dgm:spPr/>
    </dgm:pt>
    <dgm:pt modelId="{E2BD137B-254B-43A2-B6C4-1BE83D6516EE}" type="pres">
      <dgm:prSet presAssocID="{ED9AB79F-C782-4111-A248-3DBF3FBED24F}" presName="cycle" presStyleCnt="0"/>
      <dgm:spPr/>
    </dgm:pt>
    <dgm:pt modelId="{E4BBC05F-E11C-4BA0-BEA6-2F61B6759284}" type="pres">
      <dgm:prSet presAssocID="{ADD11069-862D-4FF0-AD0D-B23735B070FC}" presName="nodeFirstNode" presStyleLbl="node1" presStyleIdx="0" presStyleCnt="5" custScaleX="139689" custScaleY="110052">
        <dgm:presLayoutVars>
          <dgm:bulletEnabled val="1"/>
        </dgm:presLayoutVars>
      </dgm:prSet>
      <dgm:spPr/>
    </dgm:pt>
    <dgm:pt modelId="{808DF410-433F-4C9E-9908-3619ECA88116}" type="pres">
      <dgm:prSet presAssocID="{14624FE2-C365-4E18-ADA6-FCA7374A4662}" presName="sibTransFirstNode" presStyleLbl="bgShp" presStyleIdx="0" presStyleCnt="1"/>
      <dgm:spPr/>
    </dgm:pt>
    <dgm:pt modelId="{EEE3F05B-CE4A-4469-9057-B7623E3930E9}" type="pres">
      <dgm:prSet presAssocID="{00C114D5-EB7E-47E5-A893-4A72D71289D2}" presName="nodeFollowingNodes" presStyleLbl="node1" presStyleIdx="1" presStyleCnt="5" custScaleX="126728" custScaleY="111975">
        <dgm:presLayoutVars>
          <dgm:bulletEnabled val="1"/>
        </dgm:presLayoutVars>
      </dgm:prSet>
      <dgm:spPr/>
    </dgm:pt>
    <dgm:pt modelId="{BD9D57D1-D8B9-43E0-A4D0-D97688A27732}" type="pres">
      <dgm:prSet presAssocID="{0A5329F3-9A07-4819-A7D9-388EC25C9C20}" presName="nodeFollowingNodes" presStyleLbl="node1" presStyleIdx="2" presStyleCnt="5" custScaleX="131574" custRadScaleRad="107517" custRadScaleInc="-14629">
        <dgm:presLayoutVars>
          <dgm:bulletEnabled val="1"/>
        </dgm:presLayoutVars>
      </dgm:prSet>
      <dgm:spPr/>
    </dgm:pt>
    <dgm:pt modelId="{D3A04954-5168-4FB1-ADD1-0DBB3E29D6FC}" type="pres">
      <dgm:prSet presAssocID="{F55BEA57-C618-4AC0-A18D-3E4640F02266}" presName="nodeFollowingNodes" presStyleLbl="node1" presStyleIdx="3" presStyleCnt="5" custScaleX="130681" custRadScaleRad="106872" custRadScaleInc="15785">
        <dgm:presLayoutVars>
          <dgm:bulletEnabled val="1"/>
        </dgm:presLayoutVars>
      </dgm:prSet>
      <dgm:spPr/>
    </dgm:pt>
    <dgm:pt modelId="{17AC655B-E204-4938-AB7E-07040CA23C56}" type="pres">
      <dgm:prSet presAssocID="{94539767-48A5-41A7-A7E2-DB2B150DFD9B}" presName="nodeFollowingNodes" presStyleLbl="node1" presStyleIdx="4" presStyleCnt="5" custScaleX="130825" custScaleY="108649">
        <dgm:presLayoutVars>
          <dgm:bulletEnabled val="1"/>
        </dgm:presLayoutVars>
      </dgm:prSet>
      <dgm:spPr/>
    </dgm:pt>
  </dgm:ptLst>
  <dgm:cxnLst>
    <dgm:cxn modelId="{2BFCA01C-1963-4F62-AB03-AC825C7EB568}" srcId="{ED9AB79F-C782-4111-A248-3DBF3FBED24F}" destId="{00C114D5-EB7E-47E5-A893-4A72D71289D2}" srcOrd="1" destOrd="0" parTransId="{0E032A44-D7BB-4125-90E5-6678C630A47B}" sibTransId="{A056211D-3D7B-4020-ABB8-906D6436DD27}"/>
    <dgm:cxn modelId="{8431301D-F03B-44D6-98AC-75EB139A7AA0}" type="presOf" srcId="{14624FE2-C365-4E18-ADA6-FCA7374A4662}" destId="{808DF410-433F-4C9E-9908-3619ECA88116}" srcOrd="0" destOrd="0" presId="urn:microsoft.com/office/officeart/2005/8/layout/cycle3"/>
    <dgm:cxn modelId="{4DC4DB36-12C6-437E-BA96-AC99F3ACCB95}" srcId="{ED9AB79F-C782-4111-A248-3DBF3FBED24F}" destId="{ADD11069-862D-4FF0-AD0D-B23735B070FC}" srcOrd="0" destOrd="0" parTransId="{028889A5-F5C5-471C-A364-4B5EBA16F1ED}" sibTransId="{14624FE2-C365-4E18-ADA6-FCA7374A4662}"/>
    <dgm:cxn modelId="{4E8B6A55-92A0-4CE7-84D3-0092C51D9C80}" type="presOf" srcId="{94539767-48A5-41A7-A7E2-DB2B150DFD9B}" destId="{17AC655B-E204-4938-AB7E-07040CA23C56}" srcOrd="0" destOrd="0" presId="urn:microsoft.com/office/officeart/2005/8/layout/cycle3"/>
    <dgm:cxn modelId="{55CAA685-467D-4068-9F6E-9F7A6388A2F7}" type="presOf" srcId="{ADD11069-862D-4FF0-AD0D-B23735B070FC}" destId="{E4BBC05F-E11C-4BA0-BEA6-2F61B6759284}" srcOrd="0" destOrd="0" presId="urn:microsoft.com/office/officeart/2005/8/layout/cycle3"/>
    <dgm:cxn modelId="{15911F90-4EBB-4AC2-BFAE-F094D382FF8A}" srcId="{ED9AB79F-C782-4111-A248-3DBF3FBED24F}" destId="{94539767-48A5-41A7-A7E2-DB2B150DFD9B}" srcOrd="4" destOrd="0" parTransId="{6637C53F-C01D-4D19-82DE-50C682AE51EB}" sibTransId="{19D48B67-A92B-49FF-B622-54A0C6FE25BC}"/>
    <dgm:cxn modelId="{B31E3596-B0F5-415C-A50B-DA2FBA04FB8E}" srcId="{ED9AB79F-C782-4111-A248-3DBF3FBED24F}" destId="{F55BEA57-C618-4AC0-A18D-3E4640F02266}" srcOrd="3" destOrd="0" parTransId="{B4420B72-E7F6-4230-B0BB-69DECEE8D844}" sibTransId="{E703EB88-8996-4141-802B-CA70ED1F3DAC}"/>
    <dgm:cxn modelId="{536FEE9C-E442-4EB3-BFCB-26F1100A59BB}" srcId="{ED9AB79F-C782-4111-A248-3DBF3FBED24F}" destId="{0A5329F3-9A07-4819-A7D9-388EC25C9C20}" srcOrd="2" destOrd="0" parTransId="{46D02969-5F13-444F-9BDD-E0938F5A47E5}" sibTransId="{72A6972A-199D-4AD6-A59D-F784452DC905}"/>
    <dgm:cxn modelId="{1173DDAE-9D0D-4BE6-BC78-01398E12E93D}" type="presOf" srcId="{F55BEA57-C618-4AC0-A18D-3E4640F02266}" destId="{D3A04954-5168-4FB1-ADD1-0DBB3E29D6FC}" srcOrd="0" destOrd="0" presId="urn:microsoft.com/office/officeart/2005/8/layout/cycle3"/>
    <dgm:cxn modelId="{24073DCC-B820-4F96-B51C-132A74CBDE69}" type="presOf" srcId="{00C114D5-EB7E-47E5-A893-4A72D71289D2}" destId="{EEE3F05B-CE4A-4469-9057-B7623E3930E9}" srcOrd="0" destOrd="0" presId="urn:microsoft.com/office/officeart/2005/8/layout/cycle3"/>
    <dgm:cxn modelId="{A41CFFDB-A1E9-45CD-BDE8-47EEE05C4D2B}" type="presOf" srcId="{ED9AB79F-C782-4111-A248-3DBF3FBED24F}" destId="{1888A3F8-C583-4E4C-8931-97177FBFE14A}" srcOrd="0" destOrd="0" presId="urn:microsoft.com/office/officeart/2005/8/layout/cycle3"/>
    <dgm:cxn modelId="{DDBFBCFA-0A71-42DF-91AF-2D1C56D3A1EE}" type="presOf" srcId="{0A5329F3-9A07-4819-A7D9-388EC25C9C20}" destId="{BD9D57D1-D8B9-43E0-A4D0-D97688A27732}" srcOrd="0" destOrd="0" presId="urn:microsoft.com/office/officeart/2005/8/layout/cycle3"/>
    <dgm:cxn modelId="{733EE3E5-BA34-4120-AA77-AAB3F1F51643}" type="presParOf" srcId="{1888A3F8-C583-4E4C-8931-97177FBFE14A}" destId="{E2BD137B-254B-43A2-B6C4-1BE83D6516EE}" srcOrd="0" destOrd="0" presId="urn:microsoft.com/office/officeart/2005/8/layout/cycle3"/>
    <dgm:cxn modelId="{1550EBA2-11B6-4B26-8CF9-43F0728371FB}" type="presParOf" srcId="{E2BD137B-254B-43A2-B6C4-1BE83D6516EE}" destId="{E4BBC05F-E11C-4BA0-BEA6-2F61B6759284}" srcOrd="0" destOrd="0" presId="urn:microsoft.com/office/officeart/2005/8/layout/cycle3"/>
    <dgm:cxn modelId="{8A1B01EB-534B-4CEC-B90C-816144EF235B}" type="presParOf" srcId="{E2BD137B-254B-43A2-B6C4-1BE83D6516EE}" destId="{808DF410-433F-4C9E-9908-3619ECA88116}" srcOrd="1" destOrd="0" presId="urn:microsoft.com/office/officeart/2005/8/layout/cycle3"/>
    <dgm:cxn modelId="{759CC45D-C189-44E9-8E2E-22DA786A0E7F}" type="presParOf" srcId="{E2BD137B-254B-43A2-B6C4-1BE83D6516EE}" destId="{EEE3F05B-CE4A-4469-9057-B7623E3930E9}" srcOrd="2" destOrd="0" presId="urn:microsoft.com/office/officeart/2005/8/layout/cycle3"/>
    <dgm:cxn modelId="{5D653CB1-EC42-44BF-B2C4-ABE815966B74}" type="presParOf" srcId="{E2BD137B-254B-43A2-B6C4-1BE83D6516EE}" destId="{BD9D57D1-D8B9-43E0-A4D0-D97688A27732}" srcOrd="3" destOrd="0" presId="urn:microsoft.com/office/officeart/2005/8/layout/cycle3"/>
    <dgm:cxn modelId="{4BA98D64-67AD-4E3B-BD86-E6D406AF43FD}" type="presParOf" srcId="{E2BD137B-254B-43A2-B6C4-1BE83D6516EE}" destId="{D3A04954-5168-4FB1-ADD1-0DBB3E29D6FC}" srcOrd="4" destOrd="0" presId="urn:microsoft.com/office/officeart/2005/8/layout/cycle3"/>
    <dgm:cxn modelId="{EE44371B-ABC0-4DEE-A648-C0BDD9FF0844}" type="presParOf" srcId="{E2BD137B-254B-43A2-B6C4-1BE83D6516EE}" destId="{17AC655B-E204-4938-AB7E-07040CA23C56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8DF410-433F-4C9E-9908-3619ECA88116}">
      <dsp:nvSpPr>
        <dsp:cNvPr id="0" name=""/>
        <dsp:cNvSpPr/>
      </dsp:nvSpPr>
      <dsp:spPr>
        <a:xfrm>
          <a:off x="1400058" y="-419233"/>
          <a:ext cx="5379671" cy="5379671"/>
        </a:xfrm>
        <a:prstGeom prst="circularArrow">
          <a:avLst>
            <a:gd name="adj1" fmla="val 5544"/>
            <a:gd name="adj2" fmla="val 330680"/>
            <a:gd name="adj3" fmla="val 12750601"/>
            <a:gd name="adj4" fmla="val 18046614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BBC05F-E11C-4BA0-BEA6-2F61B6759284}">
      <dsp:nvSpPr>
        <dsp:cNvPr id="0" name=""/>
        <dsp:cNvSpPr/>
      </dsp:nvSpPr>
      <dsp:spPr>
        <a:xfrm>
          <a:off x="2324159" y="-29491"/>
          <a:ext cx="3531468" cy="13911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Explain how Decision Trees make decisions </a:t>
          </a:r>
        </a:p>
      </dsp:txBody>
      <dsp:txXfrm>
        <a:off x="2392067" y="38417"/>
        <a:ext cx="3395652" cy="1255292"/>
      </dsp:txXfrm>
    </dsp:sp>
    <dsp:sp modelId="{EEE3F05B-CE4A-4469-9057-B7623E3930E9}">
      <dsp:nvSpPr>
        <dsp:cNvPr id="0" name=""/>
        <dsp:cNvSpPr/>
      </dsp:nvSpPr>
      <dsp:spPr>
        <a:xfrm>
          <a:off x="4669814" y="1543541"/>
          <a:ext cx="3203802" cy="14154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Describe how Random Forest improves accuracy</a:t>
          </a:r>
        </a:p>
      </dsp:txBody>
      <dsp:txXfrm>
        <a:off x="4738909" y="1612636"/>
        <a:ext cx="3065612" cy="1277226"/>
      </dsp:txXfrm>
    </dsp:sp>
    <dsp:sp modelId="{BD9D57D1-D8B9-43E0-A4D0-D97688A27732}">
      <dsp:nvSpPr>
        <dsp:cNvPr id="0" name=""/>
        <dsp:cNvSpPr/>
      </dsp:nvSpPr>
      <dsp:spPr>
        <a:xfrm>
          <a:off x="4164062" y="4079020"/>
          <a:ext cx="3326314" cy="12640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Interpret model decisions in real-world scenarios</a:t>
          </a:r>
        </a:p>
      </dsp:txBody>
      <dsp:txXfrm>
        <a:off x="4225768" y="4140726"/>
        <a:ext cx="3202902" cy="1140634"/>
      </dsp:txXfrm>
    </dsp:sp>
    <dsp:sp modelId="{D3A04954-5168-4FB1-ADD1-0DBB3E29D6FC}">
      <dsp:nvSpPr>
        <dsp:cNvPr id="0" name=""/>
        <dsp:cNvSpPr/>
      </dsp:nvSpPr>
      <dsp:spPr>
        <a:xfrm>
          <a:off x="690180" y="4047484"/>
          <a:ext cx="3303738" cy="12640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Build and evaluate models in Python </a:t>
          </a:r>
        </a:p>
      </dsp:txBody>
      <dsp:txXfrm>
        <a:off x="751886" y="4109190"/>
        <a:ext cx="3180326" cy="1140634"/>
      </dsp:txXfrm>
    </dsp:sp>
    <dsp:sp modelId="{17AC655B-E204-4938-AB7E-07040CA23C56}">
      <dsp:nvSpPr>
        <dsp:cNvPr id="0" name=""/>
        <dsp:cNvSpPr/>
      </dsp:nvSpPr>
      <dsp:spPr>
        <a:xfrm>
          <a:off x="254382" y="1564562"/>
          <a:ext cx="3307378" cy="13733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Understand overfitting and model complexity </a:t>
          </a:r>
        </a:p>
      </dsp:txBody>
      <dsp:txXfrm>
        <a:off x="321425" y="1631605"/>
        <a:ext cx="3173292" cy="12392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688EF-71A3-42C7-A194-CCDB6E216DE2}" type="datetimeFigureOut"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BE801-5850-4057-BA77-DCC6D50D00E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502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BE801-5850-4057-BA77-DCC6D50D00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49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BE801-5850-4057-BA77-DCC6D50D00E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22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723A9-F71C-D759-C6A3-534CDA1B7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A05690-AA7B-E40A-B550-51D2112C7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D251C-0743-72B0-7A89-250205FBB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316B9-73FC-E9A4-88E0-2BEC94787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BE801-5850-4057-BA77-DCC6D50D00E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39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D80E9-072B-429D-CF98-8B927E8F1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04B80-D151-1BD2-4322-88FD912F9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5DD3B-A84E-524D-7AE3-73ED773CA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9272E-A43D-5DCD-39ED-95AE75E2B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BE801-5850-4057-BA77-DCC6D50D00E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15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D1E43-74BA-BA4C-C217-404293D46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E85852-4A7F-8659-3E88-126FBAAB1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60CFA2-99CE-F0E5-0166-EE9268ACF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2F0F0-2B98-F277-30D7-57B3984943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BE801-5850-4057-BA77-DCC6D50D00E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85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880FC-B561-579A-CA6C-CDC914832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438B31-E281-3C59-1851-F0D5E39AE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78033C-1158-A01A-3FB0-78F2E67DA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7AB58-7097-9761-2638-80D2BBEC6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BE801-5850-4057-BA77-DCC6D50D00E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41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CB1D3-0EC8-E783-9B4B-D58B9C837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FEF920-0883-BBDA-3768-D7DBEAD0C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81928-9CA2-515A-9F5E-8B1BE6925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A28F7-F5BE-8E96-3F72-BD11C77C20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BE801-5850-4057-BA77-DCC6D50D00E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470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77895-7E5D-FCBB-AAD7-AB348AD98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C420D-826B-7692-CD30-4B353BAA5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098F1B-3726-9E50-B9BC-BEC4871B9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9D613-A70E-B401-9CCF-5F506DAE7D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BE801-5850-4057-BA77-DCC6D50D00E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5325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E6E8A-9277-74F0-7D02-791A89903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7F844-5CA0-731C-E241-0E70582BF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A6082-4EF8-B7E5-439D-544C74C606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4F906-5B9B-F18B-4EC7-08760B1C96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BE801-5850-4057-BA77-DCC6D50D00E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73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234DD-EC5C-3B07-9C05-F1A526CDE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1DDAC6-0091-2548-2196-8DC241BD5B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2725BA-9CE9-C832-076C-E3B6107A4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D5F46-3D0C-A6D0-5D40-8C79F5B40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BE801-5850-4057-BA77-DCC6D50D00E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68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itpu.uz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9.svg"/><Relationship Id="rId7" Type="http://schemas.openxmlformats.org/officeDocument/2006/relationships/image" Target="../media/image2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23.svg"/><Relationship Id="rId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22.svg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1.sv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23.svg"/><Relationship Id="rId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22.svg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epa.ms/stories" TargetMode="Externa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epa.ms/stories" TargetMode="Externa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1080000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10800000" cy="215444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spc="300">
                <a:solidFill>
                  <a:schemeClr val="bg2"/>
                </a:solidFill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JANUARY 2022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FA7817-3B6C-3F4A-B7B9-1C24248B0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10800000" cy="2031325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600" b="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ru-RU"/>
              <a:t>Образец заголовка</a:t>
            </a:r>
            <a:endParaRPr lang="en-US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65" y="662400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50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/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789687"/>
            <a:ext cx="5519275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1A216CA-E680-42EB-BC45-95A09D6275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FB842CEE-8A53-0D42-A72B-7D63B1ED3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486400" cy="276998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4F1ED30-F371-7740-85D1-D79F2D4066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371637"/>
            <a:ext cx="2834640" cy="215444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spc="300">
                <a:solidFill>
                  <a:schemeClr val="bg2"/>
                </a:solidFill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JANUARY 2022</a:t>
            </a:r>
            <a:endParaRPr lang="en-US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65" y="662400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1804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88486-1E04-4170-877E-F561315E0F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10800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6769452-030B-5548-B575-999D639F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10800000" cy="203132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600" b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D24DED5-C0D7-8E4D-BC0F-219698A43E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215444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spc="300">
                <a:solidFill>
                  <a:schemeClr val="bg2"/>
                </a:solidFill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JANUARY 2022</a:t>
            </a:r>
            <a:endParaRPr lang="en-US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65" y="662400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5261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7D36EB9C-BBDB-7447-884B-AC6C7C7D1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895702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accent4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CE784D3-D287-664F-80A6-CBA29DD12F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57496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29A1CE94-599A-5146-9EFB-9AEECE4367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57496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0E828E5-70FD-D449-B964-390D8366EA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57496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3D1ADF7-7F17-9F4A-A000-26CFD756A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7496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8974FB4-0DC4-9A48-849B-3445C17323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7496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B70AEBB-A750-864B-B6BD-21B4D0EFE2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57496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B6A80AC0-F1D6-7541-A91C-C279FD1948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89787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8BEB51A-F18F-5749-809D-EC078A513A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787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6735154-D863-074C-BEF0-25E8F08360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89787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C373B72A-00B1-9E4F-BC7F-202B2AC57F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89787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A584DDAC-74C3-8649-AA09-BE37E59266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89787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BE98457-B105-874C-9706-66BA69C1AF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689787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6C8558E-5624-D848-B1A3-4B79F93D0AC1}"/>
              </a:ext>
            </a:extLst>
          </p:cNvPr>
          <p:cNvCxnSpPr>
            <a:cxnSpLocks/>
          </p:cNvCxnSpPr>
          <p:nvPr/>
        </p:nvCxnSpPr>
        <p:spPr>
          <a:xfrm>
            <a:off x="4596205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713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982788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A4A7-1D42-43C4-8DAE-D39D601741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44582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14B7CA8-C6E3-4D9A-BDD1-5A660A9FF4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4582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9CF7C84-314E-4FB2-901C-E4AD0E7593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44582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E24727-48EE-48AA-9B6F-F26524FCED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4582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8BC4A81-2FF3-4AC4-8F40-4F95105F59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4582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3DF3A1-A093-468B-B30D-D2DB4C1595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44582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76873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76873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76873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76873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76873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76873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040CC96-6026-B04A-A42D-A7A8F52BBA69}"/>
              </a:ext>
            </a:extLst>
          </p:cNvPr>
          <p:cNvCxnSpPr>
            <a:cxnSpLocks/>
          </p:cNvCxnSpPr>
          <p:nvPr/>
        </p:nvCxnSpPr>
        <p:spPr>
          <a:xfrm>
            <a:off x="4683291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B2B9FB33-1BCC-ED42-95AE-A2762EFF33B2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4B70C19-9D0B-5042-9270-889AB67959A0}"/>
              </a:ext>
            </a:extLst>
          </p:cNvPr>
          <p:cNvSpPr txBox="1"/>
          <p:nvPr/>
        </p:nvSpPr>
        <p:spPr>
          <a:xfrm>
            <a:off x="9972674" y="6558991"/>
            <a:ext cx="1625415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sz="800" b="1">
                <a:noFill/>
                <a:hlinkClick r:id="rId3"/>
              </a:rPr>
              <a:t>www.itpu.uz</a:t>
            </a:r>
            <a:endParaRPr kumimoji="0" lang="en-US" sz="300" b="1" i="0" u="none" strike="noStrike" cap="none" spc="0" normalizeH="0" baseline="0">
              <a:ln>
                <a:noFill/>
              </a:ln>
              <a:noFill/>
              <a:effectLst/>
              <a:uLnTx/>
              <a:uFillTx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059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DE24B927-3EC2-4323-B375-35AD1C731AD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32" name="Title 2">
            <a:extLst>
              <a:ext uri="{FF2B5EF4-FFF2-40B4-BE49-F238E27FC236}">
                <a16:creationId xmlns:a16="http://schemas.microsoft.com/office/drawing/2014/main" id="{481E60FF-59F4-A045-B79D-392594C3A2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39" y="1191039"/>
            <a:ext cx="3939245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E107DFBB-2291-EC41-BE16-FC9C5276EA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01039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D13EC089-F387-EA41-87D3-D7758396AE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01039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2C0E4EA0-AEC6-2040-9DC8-9823144C8D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01039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19E3807-3E52-E344-BE1D-80D26E0087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1039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CB1D9E5D-6DB8-F543-AD52-933C5C991D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1039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DCAEE080-41A6-D445-8E6D-2AF68332C8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1039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D24A6FF9-0ADC-3D4D-B95A-23ED94770A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33330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17202BF7-08E8-0642-B5BB-1D4E28A49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33330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1DF2E15-278E-BB41-AB8F-A0A51FACFD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33330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770D617C-6EF1-9847-9E19-F322FAC38A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33330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C49568AB-E132-0347-B868-577B88807D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33330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BA277EC2-1880-A64A-8CD9-EAFCECD5EA2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33330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D8C977B-490A-7A40-83B1-341231F1E4DA}"/>
              </a:ext>
            </a:extLst>
          </p:cNvPr>
          <p:cNvCxnSpPr>
            <a:cxnSpLocks/>
          </p:cNvCxnSpPr>
          <p:nvPr/>
        </p:nvCxnSpPr>
        <p:spPr>
          <a:xfrm>
            <a:off x="4639748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1DBB91A5-3620-5647-9F34-6AD7FC41FA86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1489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97BD5-071C-4070-AB48-99AEFB09E7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218498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B0330134-8A98-4980-8768-0A6F674089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5AAE230-03E7-412A-8ABA-3FCF002106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E7B54D4-8FCC-4648-9118-30D088A3E4E3}"/>
              </a:ext>
            </a:extLst>
          </p:cNvPr>
          <p:cNvSpPr txBox="1">
            <a:spLocks/>
          </p:cNvSpPr>
          <p:nvPr/>
        </p:nvSpPr>
        <p:spPr>
          <a:xfrm>
            <a:off x="5974534" y="6368763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5122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C1C81F5-54D7-4540-9257-18BFF40092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2C8D4D26-39BC-439E-9736-9CE3385DD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33501BA-291D-41ED-BCBD-8B23A9C86C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2EA23B1-31E3-4340-8148-F737C43991B5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9547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443665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+Up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784197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4F57360-96E0-124A-8B27-F0C4589ED9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93355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91140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67E2E61-17F9-0842-9210-A1111E25B8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62F200-4C87-7947-B80B-EA6959195519}"/>
              </a:ext>
            </a:extLst>
          </p:cNvPr>
          <p:cNvSpPr txBox="1">
            <a:spLocks/>
          </p:cNvSpPr>
          <p:nvPr/>
        </p:nvSpPr>
        <p:spPr>
          <a:xfrm>
            <a:off x="5973010" y="6385296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14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/>
        </p:nvSpPr>
        <p:spPr bwMode="auto">
          <a:xfrm>
            <a:off x="-34032" y="0"/>
            <a:ext cx="6022081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3619500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C0BE653-C375-415A-859B-2A7348B8E4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6250" y="1600200"/>
            <a:ext cx="4991100" cy="216674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</a:t>
            </a:r>
          </a:p>
        </p:txBody>
      </p:sp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2559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1143000"/>
            <a:ext cx="11278800" cy="2855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AMET, CONSECTETUR ADIPISCING ELIT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9" y="1624451"/>
            <a:ext cx="11277601" cy="401686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consectetuer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Aenean </a:t>
            </a:r>
            <a:r>
              <a:rPr lang="en-GB" err="1"/>
              <a:t>commodo</a:t>
            </a:r>
            <a:r>
              <a:rPr lang="en-GB"/>
              <a:t> ligula </a:t>
            </a:r>
            <a:r>
              <a:rPr lang="en-GB" err="1"/>
              <a:t>eget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. Aenean </a:t>
            </a:r>
            <a:r>
              <a:rPr lang="en-GB" err="1"/>
              <a:t>massa</a:t>
            </a:r>
            <a:r>
              <a:rPr lang="en-GB"/>
              <a:t>. Cum sociis </a:t>
            </a:r>
            <a:r>
              <a:rPr lang="en-GB" err="1"/>
              <a:t>natoque</a:t>
            </a:r>
            <a:r>
              <a:rPr lang="en-GB"/>
              <a:t> </a:t>
            </a:r>
            <a:r>
              <a:rPr lang="en-GB" err="1"/>
              <a:t>penatibus</a:t>
            </a:r>
            <a:r>
              <a:rPr lang="en-GB"/>
              <a:t> et </a:t>
            </a:r>
            <a:r>
              <a:rPr lang="en-GB" err="1"/>
              <a:t>magnis</a:t>
            </a:r>
            <a:r>
              <a:rPr lang="en-GB"/>
              <a:t> dis parturient </a:t>
            </a:r>
            <a:r>
              <a:rPr lang="en-GB" err="1"/>
              <a:t>montes</a:t>
            </a:r>
            <a:r>
              <a:rPr lang="en-GB"/>
              <a:t>, </a:t>
            </a:r>
            <a:r>
              <a:rPr lang="en-GB" err="1"/>
              <a:t>nascetur</a:t>
            </a:r>
            <a:r>
              <a:rPr lang="en-GB"/>
              <a:t> </a:t>
            </a:r>
            <a:r>
              <a:rPr lang="en-GB" err="1"/>
              <a:t>ridiculus</a:t>
            </a:r>
            <a:r>
              <a:rPr lang="en-GB"/>
              <a:t> mus. Donec </a:t>
            </a:r>
            <a:r>
              <a:rPr lang="en-GB" err="1"/>
              <a:t>quam</a:t>
            </a:r>
            <a:r>
              <a:rPr lang="en-GB"/>
              <a:t> </a:t>
            </a:r>
            <a:r>
              <a:rPr lang="en-GB" err="1"/>
              <a:t>felis</a:t>
            </a:r>
            <a:r>
              <a:rPr lang="en-GB"/>
              <a:t>, </a:t>
            </a:r>
            <a:r>
              <a:rPr lang="en-GB" err="1"/>
              <a:t>ultricies</a:t>
            </a:r>
            <a:r>
              <a:rPr lang="en-GB"/>
              <a:t> </a:t>
            </a:r>
            <a:r>
              <a:rPr lang="en-GB" err="1"/>
              <a:t>nec</a:t>
            </a:r>
            <a:r>
              <a:rPr lang="en-GB"/>
              <a:t>, </a:t>
            </a:r>
            <a:r>
              <a:rPr lang="en-GB" err="1"/>
              <a:t>pellentesque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</a:t>
            </a:r>
            <a:r>
              <a:rPr lang="en-GB" err="1"/>
              <a:t>pretium</a:t>
            </a:r>
            <a:r>
              <a:rPr lang="en-GB"/>
              <a:t> </a:t>
            </a:r>
            <a:r>
              <a:rPr lang="en-GB" err="1"/>
              <a:t>quis</a:t>
            </a:r>
            <a:r>
              <a:rPr lang="en-GB"/>
              <a:t>, sem.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consequat</a:t>
            </a:r>
            <a:r>
              <a:rPr lang="en-GB"/>
              <a:t> </a:t>
            </a:r>
            <a:r>
              <a:rPr lang="en-GB" err="1"/>
              <a:t>massa</a:t>
            </a:r>
            <a:r>
              <a:rPr lang="en-GB"/>
              <a:t>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enim</a:t>
            </a:r>
            <a:r>
              <a:rPr lang="en-GB"/>
              <a:t>. Donec </a:t>
            </a:r>
            <a:r>
              <a:rPr lang="en-GB" err="1"/>
              <a:t>pede</a:t>
            </a:r>
            <a:r>
              <a:rPr lang="en-GB"/>
              <a:t> </a:t>
            </a:r>
            <a:r>
              <a:rPr lang="en-GB" err="1"/>
              <a:t>justo</a:t>
            </a:r>
            <a:r>
              <a:rPr lang="en-GB"/>
              <a:t>, </a:t>
            </a:r>
            <a:r>
              <a:rPr lang="en-GB" err="1"/>
              <a:t>fringilla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, </a:t>
            </a:r>
            <a:r>
              <a:rPr lang="en-GB" err="1"/>
              <a:t>aliquet</a:t>
            </a:r>
            <a:r>
              <a:rPr lang="en-GB"/>
              <a:t> </a:t>
            </a:r>
            <a:r>
              <a:rPr lang="en-GB" err="1"/>
              <a:t>nec</a:t>
            </a:r>
            <a:r>
              <a:rPr lang="en-GB"/>
              <a:t>, </a:t>
            </a:r>
            <a:r>
              <a:rPr lang="en-GB" err="1"/>
              <a:t>vulputate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, </a:t>
            </a:r>
            <a:r>
              <a:rPr lang="en-GB" err="1"/>
              <a:t>arcu</a:t>
            </a:r>
            <a:r>
              <a:rPr lang="en-GB"/>
              <a:t>. In </a:t>
            </a:r>
            <a:r>
              <a:rPr lang="en-GB" err="1"/>
              <a:t>enim</a:t>
            </a:r>
            <a:r>
              <a:rPr lang="en-GB"/>
              <a:t> </a:t>
            </a:r>
            <a:r>
              <a:rPr lang="en-GB" err="1"/>
              <a:t>justo</a:t>
            </a:r>
            <a:r>
              <a:rPr lang="en-GB"/>
              <a:t>, </a:t>
            </a:r>
            <a:r>
              <a:rPr lang="en-GB" err="1"/>
              <a:t>rhoncus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</a:t>
            </a:r>
            <a:r>
              <a:rPr lang="en-GB" err="1"/>
              <a:t>imperdiet</a:t>
            </a:r>
            <a:r>
              <a:rPr lang="en-GB"/>
              <a:t> a, </a:t>
            </a:r>
            <a:r>
              <a:rPr lang="en-GB" err="1"/>
              <a:t>venenatis</a:t>
            </a:r>
            <a:r>
              <a:rPr lang="en-GB"/>
              <a:t> vitae, </a:t>
            </a:r>
            <a:r>
              <a:rPr lang="en-GB" err="1"/>
              <a:t>justo</a:t>
            </a:r>
            <a:r>
              <a:rPr lang="en-GB"/>
              <a:t>. </a:t>
            </a:r>
            <a:r>
              <a:rPr lang="en-GB" err="1"/>
              <a:t>Nullam</a:t>
            </a:r>
            <a:r>
              <a:rPr lang="en-GB"/>
              <a:t> dictum </a:t>
            </a:r>
            <a:r>
              <a:rPr lang="en-GB" err="1"/>
              <a:t>felis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pede</a:t>
            </a:r>
            <a:r>
              <a:rPr lang="en-GB"/>
              <a:t> </a:t>
            </a:r>
            <a:r>
              <a:rPr lang="en-GB" err="1"/>
              <a:t>mollis</a:t>
            </a:r>
            <a:r>
              <a:rPr lang="en-GB"/>
              <a:t> </a:t>
            </a:r>
            <a:r>
              <a:rPr lang="en-GB" err="1"/>
              <a:t>pretium</a:t>
            </a:r>
            <a:r>
              <a:rPr lang="en-GB"/>
              <a:t>. Integer </a:t>
            </a:r>
            <a:r>
              <a:rPr lang="en-GB" err="1"/>
              <a:t>tincidunt</a:t>
            </a:r>
            <a:r>
              <a:rPr lang="en-GB"/>
              <a:t>. Cras </a:t>
            </a:r>
            <a:r>
              <a:rPr lang="en-GB" err="1"/>
              <a:t>dapibus</a:t>
            </a:r>
            <a:r>
              <a:rPr lang="en-GB"/>
              <a:t>. </a:t>
            </a:r>
            <a:r>
              <a:rPr lang="en-GB" err="1"/>
              <a:t>Vivamus</a:t>
            </a:r>
            <a:r>
              <a:rPr lang="en-GB"/>
              <a:t> </a:t>
            </a:r>
            <a:r>
              <a:rPr lang="en-GB" err="1"/>
              <a:t>elementum</a:t>
            </a:r>
            <a:r>
              <a:rPr lang="en-GB"/>
              <a:t> semper nisi. Aenean </a:t>
            </a:r>
            <a:r>
              <a:rPr lang="en-GB" err="1"/>
              <a:t>vulputate</a:t>
            </a:r>
            <a:r>
              <a:rPr lang="en-GB"/>
              <a:t>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tellus</a:t>
            </a:r>
            <a:r>
              <a:rPr lang="en-GB"/>
              <a:t>. Aenean </a:t>
            </a:r>
            <a:r>
              <a:rPr lang="en-GB" err="1"/>
              <a:t>leo</a:t>
            </a:r>
            <a:r>
              <a:rPr lang="en-GB"/>
              <a:t> ligula, </a:t>
            </a:r>
            <a:r>
              <a:rPr lang="en-GB" err="1"/>
              <a:t>porttitor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</a:t>
            </a:r>
            <a:r>
              <a:rPr lang="en-GB" err="1"/>
              <a:t>consequat</a:t>
            </a:r>
            <a:r>
              <a:rPr lang="en-GB"/>
              <a:t> vitae, </a:t>
            </a:r>
            <a:r>
              <a:rPr lang="en-GB" err="1"/>
              <a:t>eleifend</a:t>
            </a:r>
            <a:r>
              <a:rPr lang="en-GB"/>
              <a:t> ac, </a:t>
            </a:r>
            <a:r>
              <a:rPr lang="en-GB" err="1"/>
              <a:t>enim</a:t>
            </a:r>
            <a:r>
              <a:rPr lang="en-GB"/>
              <a:t>. </a:t>
            </a:r>
            <a:r>
              <a:rPr lang="en-GB" err="1"/>
              <a:t>Aliquam</a:t>
            </a:r>
            <a:r>
              <a:rPr lang="en-GB"/>
              <a:t> lorem ante, </a:t>
            </a:r>
            <a:r>
              <a:rPr lang="en-GB" err="1"/>
              <a:t>dapibus</a:t>
            </a:r>
            <a:r>
              <a:rPr lang="en-GB"/>
              <a:t> in, </a:t>
            </a:r>
            <a:r>
              <a:rPr lang="en-GB" err="1"/>
              <a:t>viverra</a:t>
            </a:r>
            <a:r>
              <a:rPr lang="en-GB"/>
              <a:t> </a:t>
            </a:r>
            <a:r>
              <a:rPr lang="en-GB" err="1"/>
              <a:t>quis</a:t>
            </a:r>
            <a:r>
              <a:rPr lang="en-GB"/>
              <a:t>, </a:t>
            </a:r>
            <a:r>
              <a:rPr lang="en-GB" err="1"/>
              <a:t>feugiat</a:t>
            </a:r>
            <a:r>
              <a:rPr lang="en-GB"/>
              <a:t> a, </a:t>
            </a:r>
            <a:r>
              <a:rPr lang="en-GB" err="1"/>
              <a:t>tellus</a:t>
            </a:r>
            <a:r>
              <a:rPr lang="en-GB"/>
              <a:t>. </a:t>
            </a:r>
            <a:r>
              <a:rPr lang="en-GB" err="1"/>
              <a:t>Phasellus</a:t>
            </a:r>
            <a:r>
              <a:rPr lang="en-GB"/>
              <a:t> </a:t>
            </a:r>
            <a:r>
              <a:rPr lang="en-GB" err="1"/>
              <a:t>viverra</a:t>
            </a:r>
            <a:r>
              <a:rPr lang="en-GB"/>
              <a:t>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metus</a:t>
            </a:r>
            <a:r>
              <a:rPr lang="en-GB"/>
              <a:t> </a:t>
            </a:r>
            <a:r>
              <a:rPr lang="en-GB" err="1"/>
              <a:t>varius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. </a:t>
            </a:r>
            <a:r>
              <a:rPr lang="en-GB" err="1"/>
              <a:t>Quisque</a:t>
            </a:r>
            <a:r>
              <a:rPr lang="en-GB"/>
              <a:t> </a:t>
            </a:r>
            <a:r>
              <a:rPr lang="en-GB" err="1"/>
              <a:t>rutrum</a:t>
            </a:r>
            <a:r>
              <a:rPr lang="en-GB"/>
              <a:t>. Aenean </a:t>
            </a:r>
            <a:r>
              <a:rPr lang="en-GB" err="1"/>
              <a:t>imperdiet</a:t>
            </a:r>
            <a:r>
              <a:rPr lang="en-GB"/>
              <a:t>. </a:t>
            </a:r>
            <a:r>
              <a:rPr lang="en-GB" err="1"/>
              <a:t>Etiam</a:t>
            </a:r>
            <a:r>
              <a:rPr lang="en-GB"/>
              <a:t> </a:t>
            </a:r>
            <a:r>
              <a:rPr lang="en-GB" err="1"/>
              <a:t>ultricies</a:t>
            </a:r>
            <a:r>
              <a:rPr lang="en-GB"/>
              <a:t> nisi </a:t>
            </a:r>
            <a:r>
              <a:rPr lang="en-GB" err="1"/>
              <a:t>vel</a:t>
            </a:r>
            <a:r>
              <a:rPr lang="en-GB"/>
              <a:t> </a:t>
            </a:r>
            <a:r>
              <a:rPr lang="en-GB" err="1"/>
              <a:t>augue</a:t>
            </a:r>
            <a:r>
              <a:rPr lang="en-GB"/>
              <a:t>. </a:t>
            </a:r>
            <a:r>
              <a:rPr lang="en-GB" err="1"/>
              <a:t>Curabitur</a:t>
            </a:r>
            <a:r>
              <a:rPr lang="en-GB"/>
              <a:t> </a:t>
            </a:r>
            <a:r>
              <a:rPr lang="en-GB" err="1"/>
              <a:t>ullamcorper</a:t>
            </a:r>
            <a:r>
              <a:rPr lang="en-GB"/>
              <a:t> </a:t>
            </a:r>
            <a:r>
              <a:rPr lang="en-GB" err="1"/>
              <a:t>ultricies</a:t>
            </a:r>
            <a:r>
              <a:rPr lang="en-GB"/>
              <a:t> nisi. Nam </a:t>
            </a:r>
            <a:r>
              <a:rPr lang="en-GB" err="1"/>
              <a:t>eget</a:t>
            </a:r>
            <a:r>
              <a:rPr lang="en-GB"/>
              <a:t> dui. </a:t>
            </a:r>
            <a:r>
              <a:rPr lang="en-GB" err="1"/>
              <a:t>Etiam</a:t>
            </a:r>
            <a:r>
              <a:rPr lang="en-GB"/>
              <a:t> </a:t>
            </a:r>
            <a:r>
              <a:rPr lang="en-GB" err="1"/>
              <a:t>rhoncus</a:t>
            </a:r>
            <a:r>
              <a:rPr lang="en-GB"/>
              <a:t>. Maecenas tempus, </a:t>
            </a:r>
            <a:r>
              <a:rPr lang="en-GB" err="1"/>
              <a:t>tellus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 </a:t>
            </a:r>
            <a:r>
              <a:rPr lang="en-GB" err="1"/>
              <a:t>condimentum</a:t>
            </a:r>
            <a:r>
              <a:rPr lang="en-GB"/>
              <a:t> </a:t>
            </a:r>
            <a:r>
              <a:rPr lang="en-GB" err="1"/>
              <a:t>rhoncus</a:t>
            </a:r>
            <a:r>
              <a:rPr lang="en-GB"/>
              <a:t>, </a:t>
            </a:r>
            <a:r>
              <a:rPr lang="en-GB" err="1"/>
              <a:t>sem</a:t>
            </a:r>
            <a:r>
              <a:rPr lang="en-GB"/>
              <a:t> </a:t>
            </a:r>
            <a:r>
              <a:rPr lang="en-GB" err="1"/>
              <a:t>quam</a:t>
            </a:r>
            <a:r>
              <a:rPr lang="en-GB"/>
              <a:t> semper libero, sit </a:t>
            </a:r>
            <a:r>
              <a:rPr lang="en-GB" err="1"/>
              <a:t>amet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sem</a:t>
            </a:r>
            <a:r>
              <a:rPr lang="en-GB"/>
              <a:t> </a:t>
            </a:r>
            <a:r>
              <a:rPr lang="en-GB" err="1"/>
              <a:t>neque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ipsum. Nam </a:t>
            </a:r>
            <a:r>
              <a:rPr lang="en-GB" err="1"/>
              <a:t>quam</a:t>
            </a:r>
            <a:r>
              <a:rPr lang="en-GB"/>
              <a:t> </a:t>
            </a:r>
            <a:r>
              <a:rPr lang="en-GB" err="1"/>
              <a:t>nunc</a:t>
            </a:r>
            <a:r>
              <a:rPr lang="en-GB"/>
              <a:t>, </a:t>
            </a:r>
            <a:r>
              <a:rPr lang="en-GB" err="1"/>
              <a:t>blandit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, </a:t>
            </a:r>
            <a:r>
              <a:rPr lang="en-GB" err="1"/>
              <a:t>luctus</a:t>
            </a:r>
            <a:r>
              <a:rPr lang="en-GB"/>
              <a:t> pulvinar, </a:t>
            </a:r>
            <a:r>
              <a:rPr lang="en-GB" err="1"/>
              <a:t>hendrerit</a:t>
            </a:r>
            <a:r>
              <a:rPr lang="en-GB"/>
              <a:t> id, lorem. Maecenas </a:t>
            </a:r>
            <a:r>
              <a:rPr lang="en-GB" err="1"/>
              <a:t>nec</a:t>
            </a:r>
            <a:r>
              <a:rPr lang="en-GB"/>
              <a:t> </a:t>
            </a:r>
            <a:r>
              <a:rPr lang="en-GB" err="1"/>
              <a:t>odio</a:t>
            </a:r>
            <a:r>
              <a:rPr lang="en-GB"/>
              <a:t> et ante </a:t>
            </a:r>
            <a:r>
              <a:rPr lang="en-GB" err="1"/>
              <a:t>tincidunt</a:t>
            </a:r>
            <a:r>
              <a:rPr lang="en-GB"/>
              <a:t> tempus. Donec vitae </a:t>
            </a:r>
            <a:r>
              <a:rPr lang="en-GB" err="1"/>
              <a:t>sapien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libero </a:t>
            </a:r>
            <a:r>
              <a:rPr lang="en-GB" err="1"/>
              <a:t>venenatis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. </a:t>
            </a:r>
            <a:r>
              <a:rPr lang="en-GB" err="1"/>
              <a:t>Nullam</a:t>
            </a:r>
            <a:r>
              <a:rPr lang="en-GB"/>
              <a:t> </a:t>
            </a:r>
            <a:r>
              <a:rPr lang="en-GB" err="1"/>
              <a:t>quis</a:t>
            </a:r>
            <a:r>
              <a:rPr lang="en-GB"/>
              <a:t> ante. </a:t>
            </a:r>
            <a:r>
              <a:rPr lang="en-GB" err="1"/>
              <a:t>Etiam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 </a:t>
            </a:r>
            <a:r>
              <a:rPr lang="en-GB" err="1"/>
              <a:t>orci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 eros </a:t>
            </a:r>
            <a:r>
              <a:rPr lang="en-GB" err="1"/>
              <a:t>faucibus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consectetuer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Aenean </a:t>
            </a:r>
            <a:r>
              <a:rPr lang="en-GB" err="1"/>
              <a:t>commodo</a:t>
            </a:r>
            <a:r>
              <a:rPr lang="en-GB"/>
              <a:t> ligula </a:t>
            </a:r>
            <a:r>
              <a:rPr lang="en-GB" err="1"/>
              <a:t>eget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. Aenean </a:t>
            </a:r>
            <a:r>
              <a:rPr lang="en-GB" err="1"/>
              <a:t>massa</a:t>
            </a:r>
            <a:r>
              <a:rPr lang="en-GB"/>
              <a:t>. Cum sociis </a:t>
            </a:r>
            <a:r>
              <a:rPr lang="en-GB" err="1"/>
              <a:t>natoque</a:t>
            </a:r>
            <a:r>
              <a:rPr lang="en-GB"/>
              <a:t> </a:t>
            </a:r>
            <a:r>
              <a:rPr lang="en-GB" err="1"/>
              <a:t>penatibus</a:t>
            </a:r>
            <a:r>
              <a:rPr lang="en-GB"/>
              <a:t> et </a:t>
            </a:r>
            <a:r>
              <a:rPr lang="en-GB" err="1"/>
              <a:t>magnis</a:t>
            </a:r>
            <a:r>
              <a:rPr lang="en-GB"/>
              <a:t> dis parturient </a:t>
            </a:r>
            <a:r>
              <a:rPr lang="en-GB" err="1"/>
              <a:t>montes</a:t>
            </a:r>
            <a:r>
              <a:rPr lang="en-GB"/>
              <a:t>, </a:t>
            </a:r>
            <a:r>
              <a:rPr lang="en-GB" err="1"/>
              <a:t>nascetur</a:t>
            </a:r>
            <a:r>
              <a:rPr lang="en-GB"/>
              <a:t> </a:t>
            </a:r>
            <a:r>
              <a:rPr lang="en-GB" err="1"/>
              <a:t>ridiculus</a:t>
            </a:r>
            <a:r>
              <a:rPr lang="en-GB"/>
              <a:t> mus. Donec </a:t>
            </a:r>
            <a:r>
              <a:rPr lang="en-GB" err="1"/>
              <a:t>quam</a:t>
            </a:r>
            <a:r>
              <a:rPr lang="en-GB"/>
              <a:t> </a:t>
            </a:r>
            <a:r>
              <a:rPr lang="en-GB" err="1"/>
              <a:t>felis</a:t>
            </a:r>
            <a:r>
              <a:rPr lang="en-GB"/>
              <a:t>, </a:t>
            </a:r>
            <a:r>
              <a:rPr lang="en-GB" err="1"/>
              <a:t>ultricies</a:t>
            </a:r>
            <a:r>
              <a:rPr lang="en-GB"/>
              <a:t> </a:t>
            </a:r>
            <a:r>
              <a:rPr lang="en-GB" err="1"/>
              <a:t>nec</a:t>
            </a:r>
            <a:r>
              <a:rPr lang="en-GB"/>
              <a:t>, </a:t>
            </a:r>
            <a:r>
              <a:rPr lang="en-GB" err="1"/>
              <a:t>pellentesque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</a:t>
            </a:r>
            <a:r>
              <a:rPr lang="en-GB" err="1"/>
              <a:t>pretium</a:t>
            </a:r>
            <a:r>
              <a:rPr lang="en-GB"/>
              <a:t> </a:t>
            </a:r>
            <a:r>
              <a:rPr lang="en-GB" err="1"/>
              <a:t>quis</a:t>
            </a:r>
            <a:r>
              <a:rPr lang="en-GB"/>
              <a:t>, sem.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consequat</a:t>
            </a:r>
            <a:r>
              <a:rPr lang="en-GB"/>
              <a:t> </a:t>
            </a:r>
            <a:r>
              <a:rPr lang="en-GB" err="1"/>
              <a:t>massa</a:t>
            </a:r>
            <a:r>
              <a:rPr lang="en-GB"/>
              <a:t>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enim</a:t>
            </a:r>
            <a:r>
              <a:rPr lang="en-GB"/>
              <a:t>. Donec </a:t>
            </a:r>
            <a:r>
              <a:rPr lang="en-GB" err="1"/>
              <a:t>pede</a:t>
            </a:r>
            <a:r>
              <a:rPr lang="en-GB"/>
              <a:t> </a:t>
            </a:r>
            <a:r>
              <a:rPr lang="en-GB" err="1"/>
              <a:t>justo</a:t>
            </a:r>
            <a:r>
              <a:rPr lang="en-GB"/>
              <a:t>, </a:t>
            </a:r>
            <a:r>
              <a:rPr lang="en-GB" err="1"/>
              <a:t>fringilla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, </a:t>
            </a:r>
            <a:r>
              <a:rPr lang="en-GB" err="1"/>
              <a:t>aliquet</a:t>
            </a:r>
            <a:r>
              <a:rPr lang="en-GB"/>
              <a:t> </a:t>
            </a:r>
            <a:r>
              <a:rPr lang="en-GB" err="1"/>
              <a:t>nec</a:t>
            </a:r>
            <a:r>
              <a:rPr lang="en-GB"/>
              <a:t>, </a:t>
            </a:r>
            <a:r>
              <a:rPr lang="en-GB" err="1"/>
              <a:t>vulputate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, </a:t>
            </a:r>
            <a:r>
              <a:rPr lang="en-GB" err="1"/>
              <a:t>arcu</a:t>
            </a:r>
            <a:r>
              <a:rPr lang="en-GB"/>
              <a:t>. In </a:t>
            </a:r>
            <a:r>
              <a:rPr lang="en-GB" err="1"/>
              <a:t>enim</a:t>
            </a:r>
            <a:r>
              <a:rPr lang="en-GB"/>
              <a:t> </a:t>
            </a:r>
            <a:r>
              <a:rPr lang="en-GB" err="1"/>
              <a:t>justo</a:t>
            </a:r>
            <a:r>
              <a:rPr lang="en-GB"/>
              <a:t>, </a:t>
            </a:r>
            <a:r>
              <a:rPr lang="en-GB" err="1"/>
              <a:t>rhoncus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</a:t>
            </a:r>
            <a:r>
              <a:rPr lang="en-GB" err="1"/>
              <a:t>imperdiet</a:t>
            </a:r>
            <a:r>
              <a:rPr lang="en-GB"/>
              <a:t> a, </a:t>
            </a:r>
            <a:r>
              <a:rPr lang="en-GB" err="1"/>
              <a:t>venenatis</a:t>
            </a:r>
            <a:r>
              <a:rPr lang="en-GB"/>
              <a:t> vitae, </a:t>
            </a:r>
            <a:r>
              <a:rPr lang="en-GB" err="1"/>
              <a:t>justo</a:t>
            </a:r>
            <a:r>
              <a:rPr lang="en-GB"/>
              <a:t>. </a:t>
            </a:r>
            <a:r>
              <a:rPr lang="en-GB" err="1"/>
              <a:t>Nullam</a:t>
            </a:r>
            <a:r>
              <a:rPr lang="en-GB"/>
              <a:t> dictum </a:t>
            </a:r>
            <a:r>
              <a:rPr lang="en-GB" err="1"/>
              <a:t>felis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pede</a:t>
            </a:r>
            <a:r>
              <a:rPr lang="en-GB"/>
              <a:t> </a:t>
            </a:r>
            <a:r>
              <a:rPr lang="en-GB" err="1"/>
              <a:t>mollis</a:t>
            </a:r>
            <a:r>
              <a:rPr lang="en-GB"/>
              <a:t> </a:t>
            </a:r>
            <a:r>
              <a:rPr lang="en-GB" err="1"/>
              <a:t>pretium</a:t>
            </a:r>
            <a:r>
              <a:rPr lang="en-GB"/>
              <a:t>. Integer </a:t>
            </a:r>
            <a:r>
              <a:rPr lang="en-GB" err="1"/>
              <a:t>tincidunt</a:t>
            </a:r>
            <a:r>
              <a:rPr lang="en-GB"/>
              <a:t>. Cras </a:t>
            </a:r>
            <a:r>
              <a:rPr lang="en-GB" err="1"/>
              <a:t>dapibus</a:t>
            </a:r>
            <a:r>
              <a:rPr lang="en-GB"/>
              <a:t>. </a:t>
            </a:r>
            <a:r>
              <a:rPr lang="en-GB" err="1"/>
              <a:t>Vivamus</a:t>
            </a:r>
            <a:r>
              <a:rPr lang="en-GB"/>
              <a:t> </a:t>
            </a:r>
            <a:r>
              <a:rPr lang="en-GB" err="1"/>
              <a:t>elementum</a:t>
            </a:r>
            <a:r>
              <a:rPr lang="en-GB"/>
              <a:t> semper nisi. Aenean </a:t>
            </a:r>
            <a:r>
              <a:rPr lang="en-GB" err="1"/>
              <a:t>vulputate</a:t>
            </a:r>
            <a:r>
              <a:rPr lang="en-GB"/>
              <a:t>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tellus</a:t>
            </a:r>
            <a:r>
              <a:rPr lang="en-GB"/>
              <a:t>. Aenean </a:t>
            </a:r>
            <a:r>
              <a:rPr lang="en-GB" err="1"/>
              <a:t>leo</a:t>
            </a:r>
            <a:r>
              <a:rPr lang="en-GB"/>
              <a:t> ligula, </a:t>
            </a:r>
            <a:r>
              <a:rPr lang="en-GB" err="1"/>
              <a:t>porttitor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</a:t>
            </a:r>
            <a:r>
              <a:rPr lang="en-GB" err="1"/>
              <a:t>consequat</a:t>
            </a:r>
            <a:r>
              <a:rPr lang="en-GB"/>
              <a:t> vitae, </a:t>
            </a:r>
            <a:r>
              <a:rPr lang="en-GB" err="1"/>
              <a:t>eleifend</a:t>
            </a:r>
            <a:r>
              <a:rPr lang="en-GB"/>
              <a:t> ac, </a:t>
            </a:r>
            <a:r>
              <a:rPr lang="en-GB" err="1"/>
              <a:t>enim</a:t>
            </a:r>
            <a:r>
              <a:rPr lang="en-GB"/>
              <a:t>. </a:t>
            </a:r>
            <a:r>
              <a:rPr lang="en-GB" err="1"/>
              <a:t>Aliquam</a:t>
            </a:r>
            <a:r>
              <a:rPr lang="en-GB"/>
              <a:t> lorem ante, </a:t>
            </a:r>
            <a:r>
              <a:rPr lang="en-GB" err="1"/>
              <a:t>dapibus</a:t>
            </a:r>
            <a:r>
              <a:rPr lang="en-GB"/>
              <a:t> in, </a:t>
            </a:r>
            <a:r>
              <a:rPr lang="en-GB" err="1"/>
              <a:t>viverra</a:t>
            </a:r>
            <a:r>
              <a:rPr lang="en-GB"/>
              <a:t> </a:t>
            </a:r>
            <a:r>
              <a:rPr lang="en-GB" err="1"/>
              <a:t>quis</a:t>
            </a:r>
            <a:r>
              <a:rPr lang="en-GB"/>
              <a:t>, </a:t>
            </a:r>
            <a:r>
              <a:rPr lang="en-GB" err="1"/>
              <a:t>feugiat</a:t>
            </a:r>
            <a:r>
              <a:rPr lang="en-GB"/>
              <a:t> a, </a:t>
            </a:r>
            <a:r>
              <a:rPr lang="en-GB" err="1"/>
              <a:t>tellus</a:t>
            </a:r>
            <a:r>
              <a:rPr lang="en-GB"/>
              <a:t>. </a:t>
            </a:r>
            <a:r>
              <a:rPr lang="en-GB" err="1"/>
              <a:t>Phasellus</a:t>
            </a:r>
            <a:r>
              <a:rPr lang="en-GB"/>
              <a:t> </a:t>
            </a:r>
            <a:r>
              <a:rPr lang="en-GB" err="1"/>
              <a:t>viverra</a:t>
            </a:r>
            <a:r>
              <a:rPr lang="en-GB"/>
              <a:t>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metus</a:t>
            </a:r>
            <a:r>
              <a:rPr lang="en-GB"/>
              <a:t> </a:t>
            </a:r>
            <a:r>
              <a:rPr lang="en-GB" err="1"/>
              <a:t>varius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. </a:t>
            </a:r>
            <a:r>
              <a:rPr lang="en-GB" err="1"/>
              <a:t>Quisque</a:t>
            </a:r>
            <a:r>
              <a:rPr lang="en-GB"/>
              <a:t> </a:t>
            </a:r>
            <a:r>
              <a:rPr lang="en-GB" err="1"/>
              <a:t>rutrum</a:t>
            </a:r>
            <a:r>
              <a:rPr lang="en-GB"/>
              <a:t>. Aenean </a:t>
            </a:r>
            <a:r>
              <a:rPr lang="en-GB" err="1"/>
              <a:t>imperdiet</a:t>
            </a:r>
            <a:r>
              <a:rPr lang="en-GB"/>
              <a:t>. </a:t>
            </a:r>
            <a:r>
              <a:rPr lang="en-GB" err="1"/>
              <a:t>Etiam</a:t>
            </a:r>
            <a:r>
              <a:rPr lang="en-GB"/>
              <a:t> </a:t>
            </a:r>
            <a:r>
              <a:rPr lang="en-GB" err="1"/>
              <a:t>ultricies</a:t>
            </a:r>
            <a:r>
              <a:rPr lang="en-GB"/>
              <a:t> nisi </a:t>
            </a:r>
            <a:r>
              <a:rPr lang="en-GB" err="1"/>
              <a:t>vel</a:t>
            </a:r>
            <a:r>
              <a:rPr lang="en-GB"/>
              <a:t> </a:t>
            </a:r>
            <a:r>
              <a:rPr lang="en-GB" err="1"/>
              <a:t>augue</a:t>
            </a:r>
            <a:r>
              <a:rPr lang="en-GB"/>
              <a:t>. </a:t>
            </a:r>
            <a:r>
              <a:rPr lang="en-GB" err="1"/>
              <a:t>Curabitur</a:t>
            </a:r>
            <a:r>
              <a:rPr lang="en-GB"/>
              <a:t> </a:t>
            </a:r>
            <a:r>
              <a:rPr lang="en-GB" err="1"/>
              <a:t>ullamcorper</a:t>
            </a:r>
            <a:r>
              <a:rPr lang="en-GB"/>
              <a:t> </a:t>
            </a:r>
            <a:r>
              <a:rPr lang="en-GB" err="1"/>
              <a:t>ultricies</a:t>
            </a:r>
            <a:r>
              <a:rPr lang="en-GB"/>
              <a:t> nisi. Nam </a:t>
            </a:r>
            <a:r>
              <a:rPr lang="en-GB" err="1"/>
              <a:t>eget</a:t>
            </a:r>
            <a:r>
              <a:rPr lang="en-GB"/>
              <a:t> dui. </a:t>
            </a:r>
            <a:r>
              <a:rPr lang="en-GB" err="1"/>
              <a:t>Etiam</a:t>
            </a:r>
            <a:r>
              <a:rPr lang="en-GB"/>
              <a:t> </a:t>
            </a:r>
            <a:r>
              <a:rPr lang="en-GB" err="1"/>
              <a:t>rhoncus</a:t>
            </a:r>
            <a:r>
              <a:rPr lang="en-GB"/>
              <a:t>. </a:t>
            </a:r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5986006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1143000"/>
            <a:ext cx="4797425" cy="6093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F520AD5-0FFD-4C8E-9342-58316930E0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1412" y="1143000"/>
            <a:ext cx="4797425" cy="6093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9" y="2077282"/>
            <a:ext cx="4797425" cy="283199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, at id non </a:t>
            </a:r>
            <a:r>
              <a:rPr lang="en-US" err="1"/>
              <a:t>enim</a:t>
            </a:r>
            <a:r>
              <a:rPr lang="en-US"/>
              <a:t>, </a:t>
            </a:r>
            <a:r>
              <a:rPr lang="en-US" err="1"/>
              <a:t>hac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cras</a:t>
            </a:r>
            <a:r>
              <a:rPr lang="en-US"/>
              <a:t> vitae </a:t>
            </a:r>
            <a:r>
              <a:rPr lang="en-US" err="1"/>
              <a:t>amet</a:t>
            </a:r>
            <a:r>
              <a:rPr lang="en-US"/>
              <a:t>. </a:t>
            </a:r>
            <a:r>
              <a:rPr lang="en-US" err="1"/>
              <a:t>Adipiscing</a:t>
            </a:r>
            <a:r>
              <a:rPr lang="en-US"/>
              <a:t> vestibulum,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id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. </a:t>
            </a:r>
            <a:r>
              <a:rPr lang="en-US" err="1"/>
              <a:t>Elementum</a:t>
            </a:r>
            <a:r>
              <a:rPr lang="en-US"/>
              <a:t> vel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D1A126B-ECBC-446E-8C9B-41282A70F0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21412" y="2077282"/>
            <a:ext cx="4797425" cy="283199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, at id non </a:t>
            </a:r>
            <a:r>
              <a:rPr lang="en-US" err="1"/>
              <a:t>enim</a:t>
            </a:r>
            <a:r>
              <a:rPr lang="en-US"/>
              <a:t>, </a:t>
            </a:r>
            <a:r>
              <a:rPr lang="en-US" err="1"/>
              <a:t>hac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cras</a:t>
            </a:r>
            <a:r>
              <a:rPr lang="en-US"/>
              <a:t> vitae </a:t>
            </a:r>
            <a:r>
              <a:rPr lang="en-US" err="1"/>
              <a:t>amet</a:t>
            </a:r>
            <a:r>
              <a:rPr lang="en-US"/>
              <a:t>. </a:t>
            </a:r>
            <a:r>
              <a:rPr lang="en-US" err="1"/>
              <a:t>Adipiscing</a:t>
            </a:r>
            <a:r>
              <a:rPr lang="en-US"/>
              <a:t> vestibulum,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id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. </a:t>
            </a:r>
            <a:r>
              <a:rPr lang="en-US" err="1"/>
              <a:t>Elementum</a:t>
            </a:r>
            <a:r>
              <a:rPr lang="en-US"/>
              <a:t> vel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68340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143000"/>
            <a:ext cx="3312160" cy="9140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067560"/>
            <a:ext cx="3312160" cy="33178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39920" y="1143000"/>
            <a:ext cx="3312160" cy="9140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9920" y="2067560"/>
            <a:ext cx="3312160" cy="33178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2640" y="1143000"/>
            <a:ext cx="3312160" cy="9140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22640" y="2067560"/>
            <a:ext cx="3312160" cy="33178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523585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D646D-415F-4D4E-B837-24C4E1CE09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371600"/>
            <a:ext cx="6161314" cy="3886200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accent4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Large statement combined with supporting </a:t>
            </a:r>
            <a:br>
              <a:rPr lang="en-US"/>
            </a:br>
            <a:r>
              <a:rPr lang="en-US"/>
              <a:t>text here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330B547-343B-414C-8E1F-67C7C72B2F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46901" y="16002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</p:spTree>
    <p:extLst>
      <p:ext uri="{BB962C8B-B14F-4D97-AF65-F5344CB8AC3E}">
        <p14:creationId xmlns:p14="http://schemas.microsoft.com/office/powerpoint/2010/main" val="450675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/>
        </p:nvSpPr>
        <p:spPr bwMode="auto">
          <a:xfrm flipH="1">
            <a:off x="7907337" y="0"/>
            <a:ext cx="428466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E8C029E-1B45-494C-B838-1704772FF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6C1CA1B-2E41-DA49-A688-13BC117567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6546028" cy="4572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AE4E1AA-C404-1542-86A7-9E2890C8A265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3620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4955F73-BCD8-4858-BDA2-D30A6DDD9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925689"/>
            <a:ext cx="4797425" cy="677108"/>
          </a:xfrm>
        </p:spPr>
        <p:txBody>
          <a:bodyPr>
            <a:spAutoFit/>
          </a:bodyPr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964562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9EA3FB-C095-0948-83CD-4F812F3CA4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062EAC4-6D05-2B4A-BD58-0DFAA852EAA2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5570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1/2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4797425" cy="4572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A86B1CD-F5A0-374F-A044-E40101422C76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1865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/>
        </p:nvSpPr>
        <p:spPr bwMode="auto">
          <a:xfrm>
            <a:off x="4302124" y="0"/>
            <a:ext cx="78898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469900"/>
            <a:ext cx="3606927" cy="677108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03B5AFB-E799-0442-BA28-6AF5A02967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B43EDE5-CA17-0C47-A5FA-E9B6739BDB56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1346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2/3 Pictur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/>
        </p:nvSpPr>
        <p:spPr bwMode="auto">
          <a:xfrm>
            <a:off x="4302124" y="0"/>
            <a:ext cx="78898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469900"/>
            <a:ext cx="3606927" cy="677108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42C3BE8-DFB2-4A48-9C37-B0CF76A15AFB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823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3841" y="1600200"/>
            <a:ext cx="4797425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05" y="6368394"/>
            <a:ext cx="1144537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1155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Mock U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61703"/>
            <a:ext cx="5499100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2" y="838357"/>
            <a:ext cx="5486527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D02C5AA0-D8CE-634A-97A8-97B2BC7150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05" y="6368394"/>
            <a:ext cx="1144537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8040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Mock Up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3841" y="1600200"/>
            <a:ext cx="4797425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3911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/>
        </p:nvSpPr>
        <p:spPr bwMode="auto">
          <a:xfrm>
            <a:off x="-34032" y="0"/>
            <a:ext cx="3142357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2407920" cy="1015663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08325" y="0"/>
            <a:ext cx="9083675" cy="6858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8003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/>
        </p:nvSpPr>
        <p:spPr bwMode="auto">
          <a:xfrm>
            <a:off x="0" y="0"/>
            <a:ext cx="4302125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1BCE546-F0EF-2742-9891-475F8219D4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499646"/>
            <a:ext cx="3606927" cy="677108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2196D5E-2DE5-E948-A22F-E057A6B999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9950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Mock Up Lef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526411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2" y="1143000"/>
            <a:ext cx="5511927" cy="32501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E184C37-FA49-E94C-B478-B1492E6E7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274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2407920" cy="1015663"/>
          </a:xfrm>
        </p:spPr>
        <p:txBody>
          <a:bodyPr>
            <a:spAutoFit/>
          </a:bodyPr>
          <a:lstStyle>
            <a:lvl1pPr>
              <a:defRPr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B0227B-1090-48E9-B33D-CB9CA73DF05F}"/>
              </a:ext>
            </a:extLst>
          </p:cNvPr>
          <p:cNvSpPr/>
          <p:nvPr/>
        </p:nvSpPr>
        <p:spPr bwMode="auto">
          <a:xfrm flipH="1">
            <a:off x="3108325" y="0"/>
            <a:ext cx="9083675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625DB40-147A-0B44-A542-78FF59FC13CF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767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1/2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2E37B5-D917-F347-A92A-FFF42F041E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8B879C7-3885-2143-A73F-46BF26852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4797425" cy="4572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6EBA27C-9760-4746-8478-C27263CBDBE4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1010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1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/>
        </p:nvSpPr>
        <p:spPr bwMode="auto">
          <a:xfrm flipH="1">
            <a:off x="7907337" y="0"/>
            <a:ext cx="428466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8C65148-4BCC-48BC-8E7B-05AA01088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467139"/>
            <a:ext cx="6840000" cy="338554"/>
          </a:xfrm>
        </p:spPr>
        <p:txBody>
          <a:bodyPr wrap="square">
            <a:spAutoFit/>
          </a:bodyPr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6A52748-F772-0748-94C9-3767AF238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F77145D-D3D9-5D41-931E-A5B5C73EF109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429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1/2 Pictur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91CD3F7-14AE-A849-9B73-75D2354D484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090E848-D90D-3040-B1C3-7D33F1A7AC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4797425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0EAA2BB-1929-1344-BB72-B8696E5C93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1143000"/>
            <a:ext cx="4784852" cy="296574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6C52A15-EBCB-2E4D-B9B0-C28E4B5B7D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C5FD387-41EA-A04B-9CE4-F4F0E76220D0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3733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3841" y="1600200"/>
            <a:ext cx="4797425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91F4CEC-38F2-444C-83AD-AAF52B04A0C0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7792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Column Pictur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53526"/>
            <a:ext cx="2407920" cy="7109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580071"/>
            <a:ext cx="2407920" cy="243759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3760" y="2753526"/>
            <a:ext cx="2407920" cy="7109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3760" y="3580071"/>
            <a:ext cx="2407920" cy="243759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0320" y="2753526"/>
            <a:ext cx="2407920" cy="7109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0320" y="3580071"/>
            <a:ext cx="2407920" cy="243759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D35C967-D122-42CE-BDAF-F34B55F00EA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6880" y="2753526"/>
            <a:ext cx="2407920" cy="7109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4FDC613-45BE-47C3-82C5-FC027C2DE4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6880" y="3580071"/>
            <a:ext cx="2407920" cy="243759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84AF8F5-D562-4FBF-9069-09A640AACD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3731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4F5537FA-B25A-4A75-AFE8-CB3D2D4EA78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13442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62EC0755-06FE-418F-830B-3953EAC2B2B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363153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5145A383-DF32-4D59-98B6-07591E0CE3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312864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271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4124960"/>
            <a:ext cx="3312160" cy="246221"/>
          </a:xfrm>
        </p:spPr>
        <p:txBody>
          <a:bodyPr>
            <a:spAutoFit/>
          </a:bodyPr>
          <a:lstStyle>
            <a:lvl1pPr>
              <a:defRPr sz="1600" b="1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767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F7B19A9-71C0-403D-B507-22838A53F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76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84A1708-3D5F-4AC2-B35F-FB446EFEB7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40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7BF9D5A-73E5-43EB-95F4-FF56369516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4697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C52B6B-2068-4BD5-8D7B-E2AA5CC142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06449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6DCAB-CD09-4E29-A907-70E7EBE0E6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02125" y="4124325"/>
            <a:ext cx="3311525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>
                <a:solidFill>
                  <a:schemeClr val="accent4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ru-RU"/>
              <a:t>Образец текста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9A5C7D-52BE-42FF-9382-B63BBD810F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406449" y="4114800"/>
            <a:ext cx="3312160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>
                <a:solidFill>
                  <a:schemeClr val="accent4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8826789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ase Study-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615E796-86B4-4C38-A923-10DBDCC4B9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3" y="6469379"/>
            <a:ext cx="1382049" cy="9144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5D56692-426B-4F40-8BC1-45B989D441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8777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2D43E18-54F7-4125-A364-D733497B4F3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7555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0D751945-7936-4E08-A1DF-7F344072146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6333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B996F9F-D55F-FD42-A589-2783B304344D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mtClean="0">
                <a:solidFill>
                  <a:schemeClr val="tx1"/>
                </a:solidFill>
              </a:rPr>
              <a:pPr lvl="0"/>
              <a:t>‹#›</a:t>
            </a:fld>
            <a:endParaRPr lang="en-US">
              <a:solidFill>
                <a:schemeClr val="tx1"/>
              </a:solidFill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05" y="6368394"/>
            <a:ext cx="1144537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4296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615E796-86B4-4C38-A923-10DBDCC4B9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3" y="6469379"/>
            <a:ext cx="1382049" cy="9144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5D56692-426B-4F40-8BC1-45B989D441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8777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2D43E18-54F7-4125-A364-D733497B4F3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7555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0D751945-7936-4E08-A1DF-7F344072146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6333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B996F9F-D55F-FD42-A589-2783B304344D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mtClean="0">
                <a:solidFill>
                  <a:schemeClr val="tx1"/>
                </a:solidFill>
              </a:rPr>
              <a:pPr lvl="0"/>
              <a:t>‹#›</a:t>
            </a:fld>
            <a:endParaRPr lang="en-US">
              <a:solidFill>
                <a:schemeClr val="tx1"/>
              </a:solidFill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05" y="6368394"/>
            <a:ext cx="1144537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1556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657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_Blank-Blac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7153" y="611862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HU"/>
              <a:t>Advisory Expertise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62F200-4C87-7947-B80B-EA6959195519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FA7470-6506-4B71-AD87-6F7FA0DD016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A72A423-52DF-7344-BE22-9B18138DBE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7680" y="3203873"/>
            <a:ext cx="1852376" cy="19293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Job Title</a:t>
            </a:r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F12C8BE-E0C3-EE44-81D0-EDC566157E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7680" y="3976543"/>
            <a:ext cx="185237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email</a:t>
            </a:r>
            <a:endParaRPr lang="en-US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8E74C7E-27AD-C344-9495-0B8AF227D0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680" y="4200720"/>
            <a:ext cx="185237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085254-B43A-1941-975B-29830543D4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7680" y="4533555"/>
            <a:ext cx="1852376" cy="8379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B361223A-118F-B046-B8FF-6833FDBD2F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7153" y="2385334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PRIOR TO JOINING EPAM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9CA65B9-A737-3943-B19D-DF0F5B87F2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27153" y="3724678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EDUCATIONAL BACKGROUND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E45CDCD-C899-7241-B747-F178B13417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7154" y="864458"/>
            <a:ext cx="2317234" cy="136351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endParaRPr lang="en-US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B8174D4-0DBD-CB4B-8B22-7BB51B1BA5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27154" y="2635945"/>
            <a:ext cx="2317234" cy="9064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marR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B80A100-F160-9C45-809D-D40E7B523B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27154" y="3971586"/>
            <a:ext cx="2317234" cy="75411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72DC2BE-C5B5-7544-AD18-C9A5AF59BA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65477" y="611862"/>
            <a:ext cx="2658102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RELEVANT OUTCOMES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A5D3ECF-CB33-C44D-ABA4-DC8BADB222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65477" y="1010268"/>
            <a:ext cx="4645819" cy="105881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545BB28-864F-2D40-8EAB-2BBE1CA5F0C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962" y="-8965"/>
            <a:ext cx="1852613" cy="1963738"/>
          </a:xfrm>
        </p:spPr>
        <p:txBody>
          <a:bodyPr anchor="ctr"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636DA0F-63EB-7A46-8D35-05E84F9AC3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65477" y="850366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5A97C14-D107-F74F-A786-D7AF92304F4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65477" y="2531838"/>
            <a:ext cx="4645819" cy="105881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116BE0A-C09A-5447-BC52-89FC4DA1813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65477" y="2362973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673C89E1-AAB5-2344-BC3C-0918C0B4C8B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65477" y="4046878"/>
            <a:ext cx="4645819" cy="105881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58B17C9-5A39-2541-AC43-ED093FF70A8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65477" y="3886975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4CE281-D424-E64D-9D5B-8D66DB55400E}"/>
              </a:ext>
            </a:extLst>
          </p:cNvPr>
          <p:cNvCxnSpPr>
            <a:cxnSpLocks/>
          </p:cNvCxnSpPr>
          <p:nvPr/>
        </p:nvCxnSpPr>
        <p:spPr>
          <a:xfrm>
            <a:off x="6096000" y="6497"/>
            <a:ext cx="0" cy="6845007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308B378-17A9-224C-B61E-EC43E0C4285E}"/>
              </a:ext>
            </a:extLst>
          </p:cNvPr>
          <p:cNvGrpSpPr/>
          <p:nvPr/>
        </p:nvGrpSpPr>
        <p:grpSpPr>
          <a:xfrm>
            <a:off x="474850" y="3631891"/>
            <a:ext cx="198057" cy="198057"/>
            <a:chOff x="685863" y="3631891"/>
            <a:chExt cx="198057" cy="198057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9FD4D97-1648-924A-A41E-9182D2D01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251" y="3668931"/>
              <a:ext cx="111600" cy="111600"/>
            </a:xfrm>
            <a:prstGeom prst="rect">
              <a:avLst/>
            </a:prstGeom>
          </p:spPr>
        </p:pic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442EC747-FBC0-5A4B-B130-74EFA830BB61}"/>
                </a:ext>
              </a:extLst>
            </p:cNvPr>
            <p:cNvSpPr/>
            <p:nvPr/>
          </p:nvSpPr>
          <p:spPr bwMode="auto">
            <a:xfrm>
              <a:off x="685863" y="3631891"/>
              <a:ext cx="198057" cy="198057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HU" sz="2400" err="1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</p:grp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C268A618-52C7-ED47-BC4B-DC5A1BD172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7680" y="2163707"/>
            <a:ext cx="1852376" cy="86177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Name</a:t>
            </a:r>
            <a:endParaRPr lang="en-US"/>
          </a:p>
        </p:txBody>
      </p:sp>
      <p:pic>
        <p:nvPicPr>
          <p:cNvPr id="28" name="Рисунок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8286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7152" y="611862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HU"/>
              <a:t>Advisory Expertise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62F200-4C87-7947-B80B-EA6959195519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FA7470-6506-4B71-AD87-6F7FA0DD016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A72A423-52DF-7344-BE22-9B18138DBE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555" y="3203873"/>
            <a:ext cx="1852376" cy="19293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Job Title</a:t>
            </a:r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F12C8BE-E0C3-EE44-81D0-EDC566157E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555" y="3976543"/>
            <a:ext cx="185237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email</a:t>
            </a:r>
            <a:endParaRPr lang="en-US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8E74C7E-27AD-C344-9495-0B8AF227D0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9555" y="4200720"/>
            <a:ext cx="185237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085254-B43A-1941-975B-29830543D4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9555" y="4533555"/>
            <a:ext cx="1852376" cy="8379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B361223A-118F-B046-B8FF-6833FDBD2F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7152" y="2385334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PRIOR TO JOINING EPAM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9CA65B9-A737-3943-B19D-DF0F5B87F2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27152" y="3724678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EDUCATIONAL BACKGROUND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E45CDCD-C899-7241-B747-F178B13417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7153" y="864458"/>
            <a:ext cx="2317234" cy="136351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endParaRPr lang="en-US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B8174D4-0DBD-CB4B-8B22-7BB51B1BA5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27153" y="2635945"/>
            <a:ext cx="2317234" cy="9064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marR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B80A100-F160-9C45-809D-D40E7B523B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27153" y="3971586"/>
            <a:ext cx="2317234" cy="75411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72DC2BE-C5B5-7544-AD18-C9A5AF59BA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54318" y="611862"/>
            <a:ext cx="2658102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RELEVANT OUTCOMES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A5D3ECF-CB33-C44D-ABA4-DC8BADB222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54318" y="1010268"/>
            <a:ext cx="4645819" cy="105881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545BB28-864F-2D40-8EAB-2BBE1CA5F0C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89837" y="-8965"/>
            <a:ext cx="1852613" cy="1963738"/>
          </a:xfr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636DA0F-63EB-7A46-8D35-05E84F9AC3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54318" y="850366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5A97C14-D107-F74F-A786-D7AF92304F4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54318" y="2531838"/>
            <a:ext cx="4645819" cy="105881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116BE0A-C09A-5447-BC52-89FC4DA1813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54318" y="2362973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673C89E1-AAB5-2344-BC3C-0918C0B4C8B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54318" y="4046878"/>
            <a:ext cx="4645819" cy="105881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58B17C9-5A39-2541-AC43-ED093FF70A8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54318" y="3886975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4CE281-D424-E64D-9D5B-8D66DB55400E}"/>
              </a:ext>
            </a:extLst>
          </p:cNvPr>
          <p:cNvCxnSpPr>
            <a:cxnSpLocks/>
          </p:cNvCxnSpPr>
          <p:nvPr/>
        </p:nvCxnSpPr>
        <p:spPr>
          <a:xfrm>
            <a:off x="6096000" y="6497"/>
            <a:ext cx="0" cy="6845007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C268A618-52C7-ED47-BC4B-DC5A1BD172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555" y="2163707"/>
            <a:ext cx="1852376" cy="86177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 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Name</a:t>
            </a:r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1D4434E-516C-DD4F-A76E-BBBAD42A4271}"/>
              </a:ext>
            </a:extLst>
          </p:cNvPr>
          <p:cNvGrpSpPr/>
          <p:nvPr/>
        </p:nvGrpSpPr>
        <p:grpSpPr>
          <a:xfrm>
            <a:off x="486725" y="3622926"/>
            <a:ext cx="198057" cy="198057"/>
            <a:chOff x="685863" y="3622926"/>
            <a:chExt cx="198057" cy="198057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E77F2517-9B66-BD43-A1B8-A19685B93810}"/>
                </a:ext>
              </a:extLst>
            </p:cNvPr>
            <p:cNvSpPr/>
            <p:nvPr/>
          </p:nvSpPr>
          <p:spPr bwMode="auto">
            <a:xfrm>
              <a:off x="685863" y="3622926"/>
              <a:ext cx="198057" cy="19805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HU" sz="2400" err="1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A0272A48-C9DB-2841-AD0C-CEA2660D4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9091" y="3664160"/>
              <a:ext cx="111600" cy="11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37797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_Blank_Plus-Blac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6507" y="611862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HU"/>
              <a:t>Advisory Expertise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62F200-4C87-7947-B80B-EA6959195519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FA7470-6506-4B71-AD87-6F7FA0DD016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4944EC-03CC-DD4E-8385-6A4CD1AAC0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216" y="2163707"/>
            <a:ext cx="1852376" cy="86177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 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Name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A72A423-52DF-7344-BE22-9B18138DBE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6216" y="3203873"/>
            <a:ext cx="1852376" cy="19293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Job Title</a:t>
            </a:r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F12C8BE-E0C3-EE44-81D0-EDC566157E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6216" y="3976543"/>
            <a:ext cx="185237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email</a:t>
            </a:r>
            <a:endParaRPr lang="en-US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8E74C7E-27AD-C344-9495-0B8AF227D0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6216" y="4200720"/>
            <a:ext cx="185237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085254-B43A-1941-975B-29830543D4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216" y="4533555"/>
            <a:ext cx="1852376" cy="8379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B361223A-118F-B046-B8FF-6833FDBD2F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6507" y="2385334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PRIOR TO JOINING EPAM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9CA65B9-A737-3943-B19D-DF0F5B87F2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36507" y="3724678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EDUCATIONAL BACKGROUND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E45CDCD-C899-7241-B747-F178B13417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36508" y="864458"/>
            <a:ext cx="2317234" cy="136351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endParaRPr lang="en-US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B8174D4-0DBD-CB4B-8B22-7BB51B1BA5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36508" y="2635945"/>
            <a:ext cx="2317234" cy="9064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marR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B80A100-F160-9C45-809D-D40E7B523B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36508" y="3971586"/>
            <a:ext cx="2317234" cy="75411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72DC2BE-C5B5-7544-AD18-C9A5AF59BA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68277" y="611862"/>
            <a:ext cx="2658102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RELEVANT OUTCOMES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A5D3ECF-CB33-C44D-ABA4-DC8BADB222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68277" y="1019232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545BB28-864F-2D40-8EAB-2BBE1CA5F0C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86498" y="-8965"/>
            <a:ext cx="1852613" cy="1963738"/>
          </a:xfrm>
        </p:spPr>
        <p:txBody>
          <a:bodyPr anchor="ctr"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636DA0F-63EB-7A46-8D35-05E84F9AC3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68277" y="850366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4CE281-D424-E64D-9D5B-8D66DB55400E}"/>
              </a:ext>
            </a:extLst>
          </p:cNvPr>
          <p:cNvCxnSpPr>
            <a:cxnSpLocks/>
          </p:cNvCxnSpPr>
          <p:nvPr/>
        </p:nvCxnSpPr>
        <p:spPr>
          <a:xfrm>
            <a:off x="6096000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308B378-17A9-224C-B61E-EC43E0C4285E}"/>
              </a:ext>
            </a:extLst>
          </p:cNvPr>
          <p:cNvGrpSpPr/>
          <p:nvPr/>
        </p:nvGrpSpPr>
        <p:grpSpPr>
          <a:xfrm>
            <a:off x="483386" y="3631891"/>
            <a:ext cx="198057" cy="198057"/>
            <a:chOff x="685863" y="3631891"/>
            <a:chExt cx="198057" cy="198057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9FD4D97-1648-924A-A41E-9182D2D01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251" y="3668931"/>
              <a:ext cx="111600" cy="111600"/>
            </a:xfrm>
            <a:prstGeom prst="rect">
              <a:avLst/>
            </a:prstGeom>
          </p:spPr>
        </p:pic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442EC747-FBC0-5A4B-B130-74EFA830BB61}"/>
                </a:ext>
              </a:extLst>
            </p:cNvPr>
            <p:cNvSpPr/>
            <p:nvPr/>
          </p:nvSpPr>
          <p:spPr bwMode="auto">
            <a:xfrm>
              <a:off x="685863" y="3631891"/>
              <a:ext cx="198057" cy="198057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HU" sz="2400" err="1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</p:grp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CB4AD957-A3BB-9247-AD40-C3CDB17A072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68277" y="1754338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1F4223EF-69D3-7240-A521-24FC25B0CA9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68277" y="1585472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50F0991-D4F7-1C42-B418-8E4EC970BC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68277" y="2498409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5AB24869-B5C1-5C49-8642-01BC0EA90F5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68277" y="2329543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DFAFBEC4-09EC-5947-8C1C-7B7FA709A4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68277" y="3242479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214D8CC3-F4B7-2046-8A0E-458DF8A61FF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68277" y="3073613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F5663F04-AA45-4848-81CC-1AE190B31A6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68277" y="3995514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3C16F1D2-E020-324E-A5BE-2D31F2605D2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68277" y="3826648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8D7A42DE-EAA3-B34D-B027-A28F74FFAEE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277" y="4748550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73D4A7BB-CEA0-F547-8ADB-FCEC7611D28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277" y="4579684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38DE1AD3-8641-4C43-80B1-F89F84BA49A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68277" y="5528480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4A568C4D-5DC6-DD4B-9204-C6EC54D6F2B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68277" y="5359614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pic>
        <p:nvPicPr>
          <p:cNvPr id="40" name="Рисунок 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908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_Blank_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0488" y="611862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HU"/>
              <a:t>Advisory Expertise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62F200-4C87-7947-B80B-EA6959195519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FA7470-6506-4B71-AD87-6F7FA0DD016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4944EC-03CC-DD4E-8385-6A4CD1AAC0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7680" y="2163707"/>
            <a:ext cx="1852376" cy="86177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 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Name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A72A423-52DF-7344-BE22-9B18138DBE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7680" y="3203873"/>
            <a:ext cx="1852376" cy="19293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Job Title</a:t>
            </a:r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F12C8BE-E0C3-EE44-81D0-EDC566157E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7680" y="3976543"/>
            <a:ext cx="185237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email</a:t>
            </a:r>
            <a:endParaRPr lang="en-US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8E74C7E-27AD-C344-9495-0B8AF227D0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680" y="4200720"/>
            <a:ext cx="185237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085254-B43A-1941-975B-29830543D4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7680" y="4533555"/>
            <a:ext cx="1852376" cy="8379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B361223A-118F-B046-B8FF-6833FDBD2F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0488" y="2385334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PRIOR TO JOINING EPAM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9CA65B9-A737-3943-B19D-DF0F5B87F2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30488" y="3724678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EDUCATIONAL BACKGROUND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E45CDCD-C899-7241-B747-F178B13417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30489" y="864458"/>
            <a:ext cx="2317234" cy="136351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endParaRPr lang="en-US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B8174D4-0DBD-CB4B-8B22-7BB51B1BA5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30489" y="2635945"/>
            <a:ext cx="2317234" cy="9064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marR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B80A100-F160-9C45-809D-D40E7B523B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30489" y="3971586"/>
            <a:ext cx="2317234" cy="75411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72DC2BE-C5B5-7544-AD18-C9A5AF59BA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68803" y="611862"/>
            <a:ext cx="2658102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RELEVANT OUTCOMES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A5D3ECF-CB33-C44D-ABA4-DC8BADB222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68803" y="1019232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545BB28-864F-2D40-8EAB-2BBE1CA5F0C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962" y="-8965"/>
            <a:ext cx="1852613" cy="1963738"/>
          </a:xfr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636DA0F-63EB-7A46-8D35-05E84F9AC3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68803" y="850366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4CE281-D424-E64D-9D5B-8D66DB55400E}"/>
              </a:ext>
            </a:extLst>
          </p:cNvPr>
          <p:cNvCxnSpPr>
            <a:cxnSpLocks/>
          </p:cNvCxnSpPr>
          <p:nvPr/>
        </p:nvCxnSpPr>
        <p:spPr>
          <a:xfrm>
            <a:off x="6096000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308B378-17A9-224C-B61E-EC43E0C4285E}"/>
              </a:ext>
            </a:extLst>
          </p:cNvPr>
          <p:cNvGrpSpPr/>
          <p:nvPr/>
        </p:nvGrpSpPr>
        <p:grpSpPr>
          <a:xfrm>
            <a:off x="474850" y="3631891"/>
            <a:ext cx="198057" cy="198057"/>
            <a:chOff x="685863" y="3631891"/>
            <a:chExt cx="198057" cy="198057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9FD4D97-1648-924A-A41E-9182D2D01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251" y="3668931"/>
              <a:ext cx="111600" cy="111600"/>
            </a:xfrm>
            <a:prstGeom prst="rect">
              <a:avLst/>
            </a:prstGeom>
          </p:spPr>
        </p:pic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442EC747-FBC0-5A4B-B130-74EFA830BB61}"/>
                </a:ext>
              </a:extLst>
            </p:cNvPr>
            <p:cNvSpPr/>
            <p:nvPr/>
          </p:nvSpPr>
          <p:spPr bwMode="auto">
            <a:xfrm>
              <a:off x="685863" y="3631891"/>
              <a:ext cx="198057" cy="198057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HU" sz="2400" err="1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</p:grp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CB4AD957-A3BB-9247-AD40-C3CDB17A072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68803" y="1754338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1F4223EF-69D3-7240-A521-24FC25B0CA9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68803" y="1585472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50F0991-D4F7-1C42-B418-8E4EC970BC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68803" y="2498409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5AB24869-B5C1-5C49-8642-01BC0EA90F5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68803" y="2329543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DFAFBEC4-09EC-5947-8C1C-7B7FA709A4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68803" y="3242479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214D8CC3-F4B7-2046-8A0E-458DF8A61FF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68803" y="3073613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F5663F04-AA45-4848-81CC-1AE190B31A6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68803" y="3995514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3C16F1D2-E020-324E-A5BE-2D31F2605D2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68803" y="3826648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8D7A42DE-EAA3-B34D-B027-A28F74FFAEE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803" y="4748550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73D4A7BB-CEA0-F547-8ADB-FCEC7611D28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803" y="4579684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38DE1AD3-8641-4C43-80B1-F89F84BA49A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68803" y="5528480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4A568C4D-5DC6-DD4B-9204-C6EC54D6F2B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68803" y="5359614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B357B7B-B848-684F-B4EE-10BA84782FAF}"/>
              </a:ext>
            </a:extLst>
          </p:cNvPr>
          <p:cNvGrpSpPr/>
          <p:nvPr/>
        </p:nvGrpSpPr>
        <p:grpSpPr>
          <a:xfrm>
            <a:off x="474850" y="3622926"/>
            <a:ext cx="198057" cy="198057"/>
            <a:chOff x="685863" y="3622926"/>
            <a:chExt cx="198057" cy="198057"/>
          </a:xfrm>
        </p:grpSpPr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A51F5B3B-1EB5-3E47-B7FC-B5F04E3BFB18}"/>
                </a:ext>
              </a:extLst>
            </p:cNvPr>
            <p:cNvSpPr/>
            <p:nvPr/>
          </p:nvSpPr>
          <p:spPr bwMode="auto">
            <a:xfrm>
              <a:off x="685863" y="3622926"/>
              <a:ext cx="198057" cy="19805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HU" sz="2400" err="1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6D53030B-01CE-DB4F-9971-27BBC0D72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9091" y="3664160"/>
              <a:ext cx="111600" cy="11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5352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_5-Blac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4838" y="2137060"/>
            <a:ext cx="1852376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62F200-4C87-7947-B80B-EA6959195519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FA7470-6506-4B71-AD87-6F7FA0DD016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4944EC-03CC-DD4E-8385-6A4CD1AAC0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838" y="2515914"/>
            <a:ext cx="1852376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A72A423-52DF-7344-BE22-9B18138DBE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4838" y="3006349"/>
            <a:ext cx="182284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E45CDCD-C899-7241-B747-F178B13417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4838" y="3360889"/>
            <a:ext cx="1808552" cy="25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545BB28-864F-2D40-8EAB-2BBE1CA5F0C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404" y="477519"/>
            <a:ext cx="2425845" cy="1477253"/>
          </a:xfrm>
        </p:spPr>
        <p:txBody>
          <a:bodyPr anchor="ctr"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4CE281-D424-E64D-9D5B-8D66DB55400E}"/>
              </a:ext>
            </a:extLst>
          </p:cNvPr>
          <p:cNvCxnSpPr>
            <a:cxnSpLocks/>
          </p:cNvCxnSpPr>
          <p:nvPr/>
        </p:nvCxnSpPr>
        <p:spPr>
          <a:xfrm>
            <a:off x="2434774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Picture Placeholder 9">
            <a:extLst>
              <a:ext uri="{FF2B5EF4-FFF2-40B4-BE49-F238E27FC236}">
                <a16:creationId xmlns:a16="http://schemas.microsoft.com/office/drawing/2014/main" id="{5ACB1221-7898-4642-A457-F3AB3C2FAA9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2431069" y="477519"/>
            <a:ext cx="2429031" cy="1477253"/>
          </a:xfrm>
        </p:spPr>
        <p:txBody>
          <a:bodyPr anchor="ctr"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41" name="Picture Placeholder 9">
            <a:extLst>
              <a:ext uri="{FF2B5EF4-FFF2-40B4-BE49-F238E27FC236}">
                <a16:creationId xmlns:a16="http://schemas.microsoft.com/office/drawing/2014/main" id="{1CC41103-6255-0D4B-956D-4A633382CD9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866638" y="477519"/>
            <a:ext cx="2428292" cy="1477253"/>
          </a:xfrm>
        </p:spPr>
        <p:txBody>
          <a:bodyPr anchor="ctr"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42" name="Picture Placeholder 9">
            <a:extLst>
              <a:ext uri="{FF2B5EF4-FFF2-40B4-BE49-F238E27FC236}">
                <a16:creationId xmlns:a16="http://schemas.microsoft.com/office/drawing/2014/main" id="{A522D98D-B9EA-A843-8FEB-72BDF225A0F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308374" y="477519"/>
            <a:ext cx="2432751" cy="1477253"/>
          </a:xfrm>
        </p:spPr>
        <p:txBody>
          <a:bodyPr anchor="ctr"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AB3931A0-9995-4347-B68F-77C3FF90C95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757161" y="477519"/>
            <a:ext cx="2432751" cy="1477253"/>
          </a:xfrm>
        </p:spPr>
        <p:txBody>
          <a:bodyPr anchor="ctr"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CDC9D309-EA3B-9041-B249-B91A4E9E5A9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80176" y="2137060"/>
            <a:ext cx="1852376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TITLE HERE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9B251AA1-3420-624A-9DF5-57ED2269B10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80176" y="2515914"/>
            <a:ext cx="1852376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46" name="Text Placeholder 5">
            <a:extLst>
              <a:ext uri="{FF2B5EF4-FFF2-40B4-BE49-F238E27FC236}">
                <a16:creationId xmlns:a16="http://schemas.microsoft.com/office/drawing/2014/main" id="{364FE370-797B-4046-9EBE-303D8E5DEDC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80176" y="3006349"/>
            <a:ext cx="182284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7CC8F9C5-5D46-744C-AF69-ECF27C257D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80176" y="3360889"/>
            <a:ext cx="1808552" cy="25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BD28B8D2-F03E-8E49-B85E-4DAF07A7047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40962" y="2137060"/>
            <a:ext cx="1852376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TITLE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4BB00A4E-2E83-704D-92E5-6FF4B6C8A3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40962" y="2515914"/>
            <a:ext cx="1852376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F2DD612D-EE11-D04B-9562-0BEDD695873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40962" y="3006349"/>
            <a:ext cx="182284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0100042D-62A1-3B4E-A517-C815AB11167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40962" y="3360889"/>
            <a:ext cx="1808552" cy="25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70DDCFF-277B-8346-9C4D-E83FAFEE4CA1}"/>
              </a:ext>
            </a:extLst>
          </p:cNvPr>
          <p:cNvCxnSpPr>
            <a:cxnSpLocks/>
          </p:cNvCxnSpPr>
          <p:nvPr/>
        </p:nvCxnSpPr>
        <p:spPr>
          <a:xfrm>
            <a:off x="4871984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6E83BAF-11AD-694F-8658-C90E029DD512}"/>
              </a:ext>
            </a:extLst>
          </p:cNvPr>
          <p:cNvCxnSpPr>
            <a:cxnSpLocks/>
          </p:cNvCxnSpPr>
          <p:nvPr/>
        </p:nvCxnSpPr>
        <p:spPr>
          <a:xfrm>
            <a:off x="7309194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2A8C701-A13B-F342-AF54-F53BBD076FB9}"/>
              </a:ext>
            </a:extLst>
          </p:cNvPr>
          <p:cNvCxnSpPr>
            <a:cxnSpLocks/>
          </p:cNvCxnSpPr>
          <p:nvPr/>
        </p:nvCxnSpPr>
        <p:spPr>
          <a:xfrm>
            <a:off x="9746404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 Placeholder 10">
            <a:extLst>
              <a:ext uri="{FF2B5EF4-FFF2-40B4-BE49-F238E27FC236}">
                <a16:creationId xmlns:a16="http://schemas.microsoft.com/office/drawing/2014/main" id="{0A277F78-D3A4-A44D-A0BD-430F6FBD9B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599154" y="2137060"/>
            <a:ext cx="1852376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TITLE HERE</a:t>
            </a:r>
          </a:p>
        </p:txBody>
      </p:sp>
      <p:sp>
        <p:nvSpPr>
          <p:cNvPr id="68" name="Text Placeholder 5">
            <a:extLst>
              <a:ext uri="{FF2B5EF4-FFF2-40B4-BE49-F238E27FC236}">
                <a16:creationId xmlns:a16="http://schemas.microsoft.com/office/drawing/2014/main" id="{2D7BF898-2BAA-364B-99E1-15CE4493DA1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99154" y="2515914"/>
            <a:ext cx="1852376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ED1107E2-142A-D845-BB49-22E710DADE3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99154" y="3006349"/>
            <a:ext cx="182284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FF27142A-C896-8546-8E80-B20E9CDA97D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599154" y="3360889"/>
            <a:ext cx="1808552" cy="25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sp>
        <p:nvSpPr>
          <p:cNvPr id="71" name="Text Placeholder 10">
            <a:extLst>
              <a:ext uri="{FF2B5EF4-FFF2-40B4-BE49-F238E27FC236}">
                <a16:creationId xmlns:a16="http://schemas.microsoft.com/office/drawing/2014/main" id="{2D09FBBB-2DFF-4947-9044-6EE3D9A06C7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045471" y="2137060"/>
            <a:ext cx="1852376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TITLE HERE</a:t>
            </a:r>
          </a:p>
        </p:txBody>
      </p:sp>
      <p:sp>
        <p:nvSpPr>
          <p:cNvPr id="72" name="Text Placeholder 5">
            <a:extLst>
              <a:ext uri="{FF2B5EF4-FFF2-40B4-BE49-F238E27FC236}">
                <a16:creationId xmlns:a16="http://schemas.microsoft.com/office/drawing/2014/main" id="{1115DE02-A2C2-2848-A6D7-9CAD3401814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045471" y="2515914"/>
            <a:ext cx="1852376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73" name="Text Placeholder 5">
            <a:extLst>
              <a:ext uri="{FF2B5EF4-FFF2-40B4-BE49-F238E27FC236}">
                <a16:creationId xmlns:a16="http://schemas.microsoft.com/office/drawing/2014/main" id="{7333D234-27FC-544E-B0E7-53052A4B8BE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045471" y="3006349"/>
            <a:ext cx="182284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74" name="Text Placeholder 2">
            <a:extLst>
              <a:ext uri="{FF2B5EF4-FFF2-40B4-BE49-F238E27FC236}">
                <a16:creationId xmlns:a16="http://schemas.microsoft.com/office/drawing/2014/main" id="{024B9670-A9BC-104B-98C3-DDECD1B4ECC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45471" y="3360889"/>
            <a:ext cx="1808552" cy="25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B7C2D-F191-9C4B-A335-69DCFF05184E}"/>
              </a:ext>
            </a:extLst>
          </p:cNvPr>
          <p:cNvSpPr/>
          <p:nvPr/>
        </p:nvSpPr>
        <p:spPr bwMode="auto">
          <a:xfrm>
            <a:off x="0" y="0"/>
            <a:ext cx="12192000" cy="4775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HU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7" name="Text Placeholder 10">
            <a:extLst>
              <a:ext uri="{FF2B5EF4-FFF2-40B4-BE49-F238E27FC236}">
                <a16:creationId xmlns:a16="http://schemas.microsoft.com/office/drawing/2014/main" id="{2F04A66B-9954-4D49-A530-0598386770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5745" y="125906"/>
            <a:ext cx="11230078" cy="225706"/>
          </a:xfrm>
          <a:prstGeom prst="rect">
            <a:avLst/>
          </a:prstGeom>
        </p:spPr>
        <p:txBody>
          <a:bodyPr anchor="ctr"/>
          <a:lstStyle>
            <a:lvl1pPr>
              <a:defRPr sz="900" b="1" cap="all" spc="3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TITLE HERE</a:t>
            </a:r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7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4838" y="2137060"/>
            <a:ext cx="1852376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62F200-4C87-7947-B80B-EA6959195519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FA7470-6506-4B71-AD87-6F7FA0DD016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4944EC-03CC-DD4E-8385-6A4CD1AAC0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838" y="2515914"/>
            <a:ext cx="1852376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A72A423-52DF-7344-BE22-9B18138DBE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4838" y="3006349"/>
            <a:ext cx="182284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E45CDCD-C899-7241-B747-F178B13417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4838" y="3360889"/>
            <a:ext cx="1808552" cy="25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545BB28-864F-2D40-8EAB-2BBE1CA5F0C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404" y="477519"/>
            <a:ext cx="2425845" cy="1477253"/>
          </a:xfr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4CE281-D424-E64D-9D5B-8D66DB55400E}"/>
              </a:ext>
            </a:extLst>
          </p:cNvPr>
          <p:cNvCxnSpPr>
            <a:cxnSpLocks/>
          </p:cNvCxnSpPr>
          <p:nvPr/>
        </p:nvCxnSpPr>
        <p:spPr>
          <a:xfrm>
            <a:off x="2434774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Picture Placeholder 9">
            <a:extLst>
              <a:ext uri="{FF2B5EF4-FFF2-40B4-BE49-F238E27FC236}">
                <a16:creationId xmlns:a16="http://schemas.microsoft.com/office/drawing/2014/main" id="{5ACB1221-7898-4642-A457-F3AB3C2FAA9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2431069" y="477519"/>
            <a:ext cx="2429031" cy="1477253"/>
          </a:xfr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41" name="Picture Placeholder 9">
            <a:extLst>
              <a:ext uri="{FF2B5EF4-FFF2-40B4-BE49-F238E27FC236}">
                <a16:creationId xmlns:a16="http://schemas.microsoft.com/office/drawing/2014/main" id="{1CC41103-6255-0D4B-956D-4A633382CD9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866638" y="477519"/>
            <a:ext cx="2428292" cy="1477253"/>
          </a:xfr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42" name="Picture Placeholder 9">
            <a:extLst>
              <a:ext uri="{FF2B5EF4-FFF2-40B4-BE49-F238E27FC236}">
                <a16:creationId xmlns:a16="http://schemas.microsoft.com/office/drawing/2014/main" id="{A522D98D-B9EA-A843-8FEB-72BDF225A0F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308374" y="477519"/>
            <a:ext cx="2432751" cy="1477253"/>
          </a:xfr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AB3931A0-9995-4347-B68F-77C3FF90C95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757161" y="477519"/>
            <a:ext cx="2432751" cy="1477253"/>
          </a:xfr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CDC9D309-EA3B-9041-B249-B91A4E9E5A9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80176" y="2137060"/>
            <a:ext cx="1852376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9B251AA1-3420-624A-9DF5-57ED2269B10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80176" y="2515914"/>
            <a:ext cx="1852376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46" name="Text Placeholder 5">
            <a:extLst>
              <a:ext uri="{FF2B5EF4-FFF2-40B4-BE49-F238E27FC236}">
                <a16:creationId xmlns:a16="http://schemas.microsoft.com/office/drawing/2014/main" id="{364FE370-797B-4046-9EBE-303D8E5DEDC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80176" y="3006349"/>
            <a:ext cx="182284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7CC8F9C5-5D46-744C-AF69-ECF27C257D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80176" y="3360889"/>
            <a:ext cx="1808552" cy="25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BD28B8D2-F03E-8E49-B85E-4DAF07A7047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40962" y="2137060"/>
            <a:ext cx="1852376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4BB00A4E-2E83-704D-92E5-6FF4B6C8A3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40962" y="2515914"/>
            <a:ext cx="1852376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F2DD612D-EE11-D04B-9562-0BEDD695873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40962" y="3006349"/>
            <a:ext cx="182284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0100042D-62A1-3B4E-A517-C815AB11167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40962" y="3360889"/>
            <a:ext cx="1808552" cy="25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70DDCFF-277B-8346-9C4D-E83FAFEE4CA1}"/>
              </a:ext>
            </a:extLst>
          </p:cNvPr>
          <p:cNvCxnSpPr>
            <a:cxnSpLocks/>
          </p:cNvCxnSpPr>
          <p:nvPr/>
        </p:nvCxnSpPr>
        <p:spPr>
          <a:xfrm>
            <a:off x="4871984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6E83BAF-11AD-694F-8658-C90E029DD512}"/>
              </a:ext>
            </a:extLst>
          </p:cNvPr>
          <p:cNvCxnSpPr>
            <a:cxnSpLocks/>
          </p:cNvCxnSpPr>
          <p:nvPr/>
        </p:nvCxnSpPr>
        <p:spPr>
          <a:xfrm>
            <a:off x="7309194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2A8C701-A13B-F342-AF54-F53BBD076FB9}"/>
              </a:ext>
            </a:extLst>
          </p:cNvPr>
          <p:cNvCxnSpPr>
            <a:cxnSpLocks/>
          </p:cNvCxnSpPr>
          <p:nvPr/>
        </p:nvCxnSpPr>
        <p:spPr>
          <a:xfrm>
            <a:off x="9746404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 Placeholder 10">
            <a:extLst>
              <a:ext uri="{FF2B5EF4-FFF2-40B4-BE49-F238E27FC236}">
                <a16:creationId xmlns:a16="http://schemas.microsoft.com/office/drawing/2014/main" id="{0A277F78-D3A4-A44D-A0BD-430F6FBD9B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599154" y="2137060"/>
            <a:ext cx="1852376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68" name="Text Placeholder 5">
            <a:extLst>
              <a:ext uri="{FF2B5EF4-FFF2-40B4-BE49-F238E27FC236}">
                <a16:creationId xmlns:a16="http://schemas.microsoft.com/office/drawing/2014/main" id="{2D7BF898-2BAA-364B-99E1-15CE4493DA1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99154" y="2515914"/>
            <a:ext cx="1852376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ED1107E2-142A-D845-BB49-22E710DADE3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99154" y="3006349"/>
            <a:ext cx="182284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FF27142A-C896-8546-8E80-B20E9CDA97D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599154" y="3360889"/>
            <a:ext cx="1808552" cy="25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sp>
        <p:nvSpPr>
          <p:cNvPr id="71" name="Text Placeholder 10">
            <a:extLst>
              <a:ext uri="{FF2B5EF4-FFF2-40B4-BE49-F238E27FC236}">
                <a16:creationId xmlns:a16="http://schemas.microsoft.com/office/drawing/2014/main" id="{2D09FBBB-2DFF-4947-9044-6EE3D9A06C7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045471" y="2137060"/>
            <a:ext cx="1852376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72" name="Text Placeholder 5">
            <a:extLst>
              <a:ext uri="{FF2B5EF4-FFF2-40B4-BE49-F238E27FC236}">
                <a16:creationId xmlns:a16="http://schemas.microsoft.com/office/drawing/2014/main" id="{1115DE02-A2C2-2848-A6D7-9CAD3401814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045471" y="2515914"/>
            <a:ext cx="1852376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73" name="Text Placeholder 5">
            <a:extLst>
              <a:ext uri="{FF2B5EF4-FFF2-40B4-BE49-F238E27FC236}">
                <a16:creationId xmlns:a16="http://schemas.microsoft.com/office/drawing/2014/main" id="{7333D234-27FC-544E-B0E7-53052A4B8BE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045471" y="3006349"/>
            <a:ext cx="182284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74" name="Text Placeholder 2">
            <a:extLst>
              <a:ext uri="{FF2B5EF4-FFF2-40B4-BE49-F238E27FC236}">
                <a16:creationId xmlns:a16="http://schemas.microsoft.com/office/drawing/2014/main" id="{024B9670-A9BC-104B-98C3-DDECD1B4ECC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45471" y="3360889"/>
            <a:ext cx="1808552" cy="25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B7C2D-F191-9C4B-A335-69DCFF05184E}"/>
              </a:ext>
            </a:extLst>
          </p:cNvPr>
          <p:cNvSpPr/>
          <p:nvPr/>
        </p:nvSpPr>
        <p:spPr bwMode="auto">
          <a:xfrm>
            <a:off x="0" y="0"/>
            <a:ext cx="12192000" cy="4775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HU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7" name="Text Placeholder 10">
            <a:extLst>
              <a:ext uri="{FF2B5EF4-FFF2-40B4-BE49-F238E27FC236}">
                <a16:creationId xmlns:a16="http://schemas.microsoft.com/office/drawing/2014/main" id="{2F04A66B-9954-4D49-A530-0598386770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7620" y="125906"/>
            <a:ext cx="11230078" cy="225706"/>
          </a:xfrm>
          <a:prstGeom prst="rect">
            <a:avLst/>
          </a:prstGeom>
        </p:spPr>
        <p:txBody>
          <a:bodyPr anchor="ctr"/>
          <a:lstStyle>
            <a:lvl1pPr>
              <a:defRPr sz="900" b="1" cap="all" spc="3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24777464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_3-Blac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9328" y="2082196"/>
            <a:ext cx="3009900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62F200-4C87-7947-B80B-EA6959195519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FA7470-6506-4B71-AD87-6F7FA0DD016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4944EC-03CC-DD4E-8385-6A4CD1AAC0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28" y="2387898"/>
            <a:ext cx="3009905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A72A423-52DF-7344-BE22-9B18138DBE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28" y="2835661"/>
            <a:ext cx="3009904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E45CDCD-C899-7241-B747-F178B13417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9328" y="3196297"/>
            <a:ext cx="3009913" cy="212526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545BB28-864F-2D40-8EAB-2BBE1CA5F0C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99328" y="477519"/>
            <a:ext cx="1163254" cy="1223959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HU"/>
              <a:t>Insert </a:t>
            </a:r>
            <a:br>
              <a:rPr lang="en-HU"/>
            </a:br>
            <a:r>
              <a:rPr lang="en-HU"/>
              <a:t>Image </a:t>
            </a:r>
            <a:br>
              <a:rPr lang="en-HU"/>
            </a:br>
            <a:r>
              <a:rPr lang="en-HU"/>
              <a:t>Here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4CE281-D424-E64D-9D5B-8D66DB55400E}"/>
              </a:ext>
            </a:extLst>
          </p:cNvPr>
          <p:cNvCxnSpPr>
            <a:cxnSpLocks/>
          </p:cNvCxnSpPr>
          <p:nvPr/>
        </p:nvCxnSpPr>
        <p:spPr>
          <a:xfrm>
            <a:off x="4043655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6E83BAF-11AD-694F-8658-C90E029DD512}"/>
              </a:ext>
            </a:extLst>
          </p:cNvPr>
          <p:cNvCxnSpPr>
            <a:cxnSpLocks/>
          </p:cNvCxnSpPr>
          <p:nvPr/>
        </p:nvCxnSpPr>
        <p:spPr>
          <a:xfrm>
            <a:off x="8119422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9EE1F54D-563F-F14C-8483-3D9B4B31B44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72564" y="2082196"/>
            <a:ext cx="3009900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A9E37AF7-E123-474A-BFCE-A722971C50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72564" y="2387898"/>
            <a:ext cx="3009905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10F87E69-6CCE-AD42-B192-B72F3C0D2EB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72564" y="2835661"/>
            <a:ext cx="3009904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11EDF15F-530B-B044-AADA-74A08FF2C7D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72564" y="3196297"/>
            <a:ext cx="3009913" cy="212526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endParaRPr lang="en-US"/>
          </a:p>
        </p:txBody>
      </p:sp>
      <p:sp>
        <p:nvSpPr>
          <p:cNvPr id="54" name="Picture Placeholder 9">
            <a:extLst>
              <a:ext uri="{FF2B5EF4-FFF2-40B4-BE49-F238E27FC236}">
                <a16:creationId xmlns:a16="http://schemas.microsoft.com/office/drawing/2014/main" id="{D15EE01D-CF45-564B-9325-1957C2F8A038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472564" y="477519"/>
            <a:ext cx="1163254" cy="1223959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HU"/>
              <a:t>Insert </a:t>
            </a:r>
            <a:br>
              <a:rPr lang="en-HU"/>
            </a:br>
            <a:r>
              <a:rPr lang="en-HU"/>
              <a:t>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769D5556-16E1-0B4C-9AC0-0B4D6BC062B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25018" y="2082196"/>
            <a:ext cx="3009900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7167F0C8-4910-2E43-A6F4-B262B62A79A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25018" y="2387898"/>
            <a:ext cx="3009905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DADCDD59-7DD6-A94D-9622-D17D44962CA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525018" y="2835661"/>
            <a:ext cx="3009904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9FE7AE26-DF90-CD44-9D66-9EC7B427B05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25018" y="3196297"/>
            <a:ext cx="3009913" cy="212526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B3B31B01-F8A9-CE46-A54D-CE821EB5EC0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525018" y="477519"/>
            <a:ext cx="1163254" cy="1223959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HU"/>
              <a:t>Insert </a:t>
            </a:r>
            <a:br>
              <a:rPr lang="en-HU"/>
            </a:br>
            <a:r>
              <a:rPr lang="en-HU"/>
              <a:t>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B7C2D-F191-9C4B-A335-69DCFF05184E}"/>
              </a:ext>
            </a:extLst>
          </p:cNvPr>
          <p:cNvSpPr/>
          <p:nvPr/>
        </p:nvSpPr>
        <p:spPr bwMode="auto">
          <a:xfrm>
            <a:off x="0" y="0"/>
            <a:ext cx="12192000" cy="4775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HU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72DC2BE-C5B5-7544-AD18-C9A5AF59BA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0961" y="125906"/>
            <a:ext cx="11230078" cy="225706"/>
          </a:xfrm>
          <a:prstGeom prst="rect">
            <a:avLst/>
          </a:prstGeom>
        </p:spPr>
        <p:txBody>
          <a:bodyPr anchor="ctr"/>
          <a:lstStyle>
            <a:lvl1pPr>
              <a:defRPr sz="900" b="1" cap="all" spc="3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TITLE HERE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243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9328" y="2082196"/>
            <a:ext cx="3009900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62F200-4C87-7947-B80B-EA6959195519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FA7470-6506-4B71-AD87-6F7FA0DD016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4944EC-03CC-DD4E-8385-6A4CD1AAC0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28" y="2387898"/>
            <a:ext cx="3009905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A72A423-52DF-7344-BE22-9B18138DBE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28" y="2835661"/>
            <a:ext cx="3009904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E45CDCD-C899-7241-B747-F178B13417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9328" y="3196297"/>
            <a:ext cx="3009913" cy="212526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545BB28-864F-2D40-8EAB-2BBE1CA5F0C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99328" y="477519"/>
            <a:ext cx="1163254" cy="1223959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HU"/>
              <a:t>Insert </a:t>
            </a:r>
            <a:br>
              <a:rPr lang="en-HU"/>
            </a:br>
            <a:r>
              <a:rPr lang="en-HU"/>
              <a:t>Image </a:t>
            </a:r>
            <a:br>
              <a:rPr lang="en-HU"/>
            </a:br>
            <a:r>
              <a:rPr lang="en-HU"/>
              <a:t>Here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4CE281-D424-E64D-9D5B-8D66DB55400E}"/>
              </a:ext>
            </a:extLst>
          </p:cNvPr>
          <p:cNvCxnSpPr>
            <a:cxnSpLocks/>
          </p:cNvCxnSpPr>
          <p:nvPr/>
        </p:nvCxnSpPr>
        <p:spPr>
          <a:xfrm>
            <a:off x="4043655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6E83BAF-11AD-694F-8658-C90E029DD512}"/>
              </a:ext>
            </a:extLst>
          </p:cNvPr>
          <p:cNvCxnSpPr>
            <a:cxnSpLocks/>
          </p:cNvCxnSpPr>
          <p:nvPr/>
        </p:nvCxnSpPr>
        <p:spPr>
          <a:xfrm>
            <a:off x="8119422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9EE1F54D-563F-F14C-8483-3D9B4B31B44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72564" y="2082196"/>
            <a:ext cx="3009900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A9E37AF7-E123-474A-BFCE-A722971C50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72564" y="2387898"/>
            <a:ext cx="3009905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10F87E69-6CCE-AD42-B192-B72F3C0D2EB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72564" y="2835661"/>
            <a:ext cx="3009904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11EDF15F-530B-B044-AADA-74A08FF2C7D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72564" y="3196297"/>
            <a:ext cx="3009913" cy="212526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</a:p>
        </p:txBody>
      </p:sp>
      <p:sp>
        <p:nvSpPr>
          <p:cNvPr id="54" name="Picture Placeholder 9">
            <a:extLst>
              <a:ext uri="{FF2B5EF4-FFF2-40B4-BE49-F238E27FC236}">
                <a16:creationId xmlns:a16="http://schemas.microsoft.com/office/drawing/2014/main" id="{D15EE01D-CF45-564B-9325-1957C2F8A038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472564" y="477519"/>
            <a:ext cx="1163254" cy="1223959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HU"/>
              <a:t>Insert </a:t>
            </a:r>
            <a:br>
              <a:rPr lang="en-HU"/>
            </a:br>
            <a:r>
              <a:rPr lang="en-HU"/>
              <a:t>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769D5556-16E1-0B4C-9AC0-0B4D6BC062B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25018" y="2082196"/>
            <a:ext cx="3009900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7167F0C8-4910-2E43-A6F4-B262B62A79A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25018" y="2387898"/>
            <a:ext cx="3009905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DADCDD59-7DD6-A94D-9622-D17D44962CA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525018" y="2835661"/>
            <a:ext cx="3009904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9FE7AE26-DF90-CD44-9D66-9EC7B427B05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25018" y="3196297"/>
            <a:ext cx="3009913" cy="212526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B3B31B01-F8A9-CE46-A54D-CE821EB5EC0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525018" y="477519"/>
            <a:ext cx="1163254" cy="1223959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HU"/>
              <a:t>Insert </a:t>
            </a:r>
            <a:br>
              <a:rPr lang="en-HU"/>
            </a:br>
            <a:r>
              <a:rPr lang="en-HU"/>
              <a:t>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B7C2D-F191-9C4B-A335-69DCFF05184E}"/>
              </a:ext>
            </a:extLst>
          </p:cNvPr>
          <p:cNvSpPr/>
          <p:nvPr/>
        </p:nvSpPr>
        <p:spPr bwMode="auto">
          <a:xfrm>
            <a:off x="0" y="0"/>
            <a:ext cx="12192000" cy="4775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HU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72DC2BE-C5B5-7544-AD18-C9A5AF59BA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0953" y="125906"/>
            <a:ext cx="11230078" cy="225706"/>
          </a:xfrm>
          <a:prstGeom prst="rect">
            <a:avLst/>
          </a:prstGeom>
        </p:spPr>
        <p:txBody>
          <a:bodyPr anchor="ctr"/>
          <a:lstStyle>
            <a:lvl1pPr>
              <a:defRPr sz="900" b="1" cap="all" spc="3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9625293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oject Approach – 5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111A-AF8E-9E4F-95BB-2233C5B80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PROJECT APPROACH – 5 PHASES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4A3D2F7-12A7-D345-89E9-C2804ED949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996434D-95C5-3A4A-822B-F2AAFD93E9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accent5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327781-DE23-6541-B6B8-9BF68AA55D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22447"/>
            <a:ext cx="827601" cy="7652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B503DEC-3D44-E54B-B871-07557CF14C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6060" y="2058408"/>
            <a:ext cx="751597" cy="69494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0B66494-D5B7-8E42-BBE7-3D572363BF3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74920" y="2058408"/>
            <a:ext cx="745490" cy="68929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66EE11C-096A-6A41-B3C9-F626EDB65AE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83780" y="2058408"/>
            <a:ext cx="708863" cy="65543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29EEA0C-3899-7B4A-8FEC-BEA88021468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92640" y="2090158"/>
            <a:ext cx="756270" cy="6992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5C6192-C8B0-8C41-A29B-1A465AC14A6D}"/>
              </a:ext>
            </a:extLst>
          </p:cNvPr>
          <p:cNvCxnSpPr>
            <a:cxnSpLocks/>
          </p:cNvCxnSpPr>
          <p:nvPr/>
        </p:nvCxnSpPr>
        <p:spPr>
          <a:xfrm>
            <a:off x="45720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8C566F-9E20-7D42-980A-36B784E4DA39}"/>
              </a:ext>
            </a:extLst>
          </p:cNvPr>
          <p:cNvCxnSpPr>
            <a:cxnSpLocks/>
          </p:cNvCxnSpPr>
          <p:nvPr/>
        </p:nvCxnSpPr>
        <p:spPr>
          <a:xfrm>
            <a:off x="276606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43441-2EDD-0640-8625-3CF46A13CD31}"/>
              </a:ext>
            </a:extLst>
          </p:cNvPr>
          <p:cNvCxnSpPr>
            <a:cxnSpLocks/>
          </p:cNvCxnSpPr>
          <p:nvPr/>
        </p:nvCxnSpPr>
        <p:spPr>
          <a:xfrm>
            <a:off x="507492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BCEC5A-64BB-A947-A1DA-BFC2B87C4EFC}"/>
              </a:ext>
            </a:extLst>
          </p:cNvPr>
          <p:cNvCxnSpPr>
            <a:cxnSpLocks/>
          </p:cNvCxnSpPr>
          <p:nvPr/>
        </p:nvCxnSpPr>
        <p:spPr>
          <a:xfrm>
            <a:off x="738378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3CE4EF-F9F4-1248-BCBA-48394100326B}"/>
              </a:ext>
            </a:extLst>
          </p:cNvPr>
          <p:cNvCxnSpPr>
            <a:cxnSpLocks/>
          </p:cNvCxnSpPr>
          <p:nvPr/>
        </p:nvCxnSpPr>
        <p:spPr>
          <a:xfrm>
            <a:off x="969264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0F24ACA-C57A-6542-A9DC-906E12AE06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4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80DC253-A653-EE48-9265-87DA583F1C6D}"/>
              </a:ext>
            </a:extLst>
          </p:cNvPr>
          <p:cNvSpPr txBox="1">
            <a:spLocks/>
          </p:cNvSpPr>
          <p:nvPr/>
        </p:nvSpPr>
        <p:spPr>
          <a:xfrm>
            <a:off x="45720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01 Alignment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F9D9EA2-A39B-364C-91C2-10DAEA01A7AD}"/>
              </a:ext>
            </a:extLst>
          </p:cNvPr>
          <p:cNvSpPr txBox="1">
            <a:spLocks/>
          </p:cNvSpPr>
          <p:nvPr/>
        </p:nvSpPr>
        <p:spPr>
          <a:xfrm>
            <a:off x="276606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02 Learning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EC2D32C-9C04-8D47-B602-B406BAC6ED59}"/>
              </a:ext>
            </a:extLst>
          </p:cNvPr>
          <p:cNvSpPr txBox="1">
            <a:spLocks/>
          </p:cNvSpPr>
          <p:nvPr/>
        </p:nvSpPr>
        <p:spPr>
          <a:xfrm>
            <a:off x="507492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03 Analysis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4319C03-4421-CB4C-99FA-4B5C37C68881}"/>
              </a:ext>
            </a:extLst>
          </p:cNvPr>
          <p:cNvSpPr txBox="1">
            <a:spLocks/>
          </p:cNvSpPr>
          <p:nvPr/>
        </p:nvSpPr>
        <p:spPr>
          <a:xfrm>
            <a:off x="738378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04 Ideation &amp; Envisioning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E5FB6C8-5EDD-514A-B17D-196988E2B5D1}"/>
              </a:ext>
            </a:extLst>
          </p:cNvPr>
          <p:cNvSpPr txBox="1">
            <a:spLocks/>
          </p:cNvSpPr>
          <p:nvPr/>
        </p:nvSpPr>
        <p:spPr>
          <a:xfrm>
            <a:off x="969264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05 Design &amp; Prototyping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D33DAF6-818F-DF42-9048-4EB0744BE9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78633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AD0E83C-AF84-5244-8A46-36376C1C0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87492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B75760-1CF3-0242-BAA2-E19452F90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96351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A311D8D-8DC1-3B4A-93E4-C6FF7171B0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05210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52E0F47A-7910-834B-B8C0-19ABB23E3FA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0" y="3657600"/>
            <a:ext cx="1920875" cy="228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A328BB22-AC71-0043-A171-7A417ED8775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66060" y="3657600"/>
            <a:ext cx="1920875" cy="228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868139CE-C9BB-6B4D-97C1-C45B7754D97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074919" y="3657600"/>
            <a:ext cx="1920875" cy="228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13C1508E-2CCE-E741-8D12-DEC07FFC853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396351" y="3657600"/>
            <a:ext cx="1920875" cy="228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2CEA34FE-C7A1-9644-A82A-311D9F5467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698923" y="3657600"/>
            <a:ext cx="1920875" cy="228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6970630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oject Approach – 6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111A-AF8E-9E4F-95BB-2233C5B80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PROJECT APPROACH – 6 PHASES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4A3D2F7-12A7-D345-89E9-C2804ED949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996434D-95C5-3A4A-822B-F2AAFD93E9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accent5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327781-DE23-6541-B6B8-9BF68AA55D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22447"/>
            <a:ext cx="827601" cy="7652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B503DEC-3D44-E54B-B871-07557CF14C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23111" y="2058408"/>
            <a:ext cx="751597" cy="69494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0B66494-D5B7-8E42-BBE7-3D572363BF3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9022" y="2058408"/>
            <a:ext cx="745490" cy="68929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66EE11C-096A-6A41-B3C9-F626EDB65AE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4933" y="2058408"/>
            <a:ext cx="708863" cy="65543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29EEA0C-3899-7B4A-8FEC-BEA88021468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20844" y="2090158"/>
            <a:ext cx="756270" cy="6992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5C6192-C8B0-8C41-A29B-1A465AC14A6D}"/>
              </a:ext>
            </a:extLst>
          </p:cNvPr>
          <p:cNvCxnSpPr>
            <a:cxnSpLocks/>
          </p:cNvCxnSpPr>
          <p:nvPr/>
        </p:nvCxnSpPr>
        <p:spPr>
          <a:xfrm>
            <a:off x="45720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8C566F-9E20-7D42-980A-36B784E4DA39}"/>
              </a:ext>
            </a:extLst>
          </p:cNvPr>
          <p:cNvCxnSpPr>
            <a:cxnSpLocks/>
          </p:cNvCxnSpPr>
          <p:nvPr/>
        </p:nvCxnSpPr>
        <p:spPr>
          <a:xfrm>
            <a:off x="2423111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43441-2EDD-0640-8625-3CF46A13CD31}"/>
              </a:ext>
            </a:extLst>
          </p:cNvPr>
          <p:cNvCxnSpPr>
            <a:cxnSpLocks/>
          </p:cNvCxnSpPr>
          <p:nvPr/>
        </p:nvCxnSpPr>
        <p:spPr>
          <a:xfrm>
            <a:off x="4389022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BCEC5A-64BB-A947-A1DA-BFC2B87C4EFC}"/>
              </a:ext>
            </a:extLst>
          </p:cNvPr>
          <p:cNvCxnSpPr>
            <a:cxnSpLocks/>
          </p:cNvCxnSpPr>
          <p:nvPr/>
        </p:nvCxnSpPr>
        <p:spPr>
          <a:xfrm>
            <a:off x="6354933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3CE4EF-F9F4-1248-BCBA-48394100326B}"/>
              </a:ext>
            </a:extLst>
          </p:cNvPr>
          <p:cNvCxnSpPr>
            <a:cxnSpLocks/>
          </p:cNvCxnSpPr>
          <p:nvPr/>
        </p:nvCxnSpPr>
        <p:spPr>
          <a:xfrm>
            <a:off x="8320844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0F24ACA-C57A-6542-A9DC-906E12AE06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4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80DC253-A653-EE48-9265-87DA583F1C6D}"/>
              </a:ext>
            </a:extLst>
          </p:cNvPr>
          <p:cNvSpPr txBox="1">
            <a:spLocks/>
          </p:cNvSpPr>
          <p:nvPr/>
        </p:nvSpPr>
        <p:spPr>
          <a:xfrm>
            <a:off x="457200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01 Alignment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F9D9EA2-A39B-364C-91C2-10DAEA01A7AD}"/>
              </a:ext>
            </a:extLst>
          </p:cNvPr>
          <p:cNvSpPr txBox="1">
            <a:spLocks/>
          </p:cNvSpPr>
          <p:nvPr/>
        </p:nvSpPr>
        <p:spPr>
          <a:xfrm>
            <a:off x="2423111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02 Learning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EC2D32C-9C04-8D47-B602-B406BAC6ED59}"/>
              </a:ext>
            </a:extLst>
          </p:cNvPr>
          <p:cNvSpPr txBox="1">
            <a:spLocks/>
          </p:cNvSpPr>
          <p:nvPr/>
        </p:nvSpPr>
        <p:spPr>
          <a:xfrm>
            <a:off x="4389022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03 Analysis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4319C03-4421-CB4C-99FA-4B5C37C68881}"/>
              </a:ext>
            </a:extLst>
          </p:cNvPr>
          <p:cNvSpPr txBox="1">
            <a:spLocks/>
          </p:cNvSpPr>
          <p:nvPr/>
        </p:nvSpPr>
        <p:spPr>
          <a:xfrm>
            <a:off x="6354933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04 Ideation &amp; Envisioning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E5FB6C8-5EDD-514A-B17D-196988E2B5D1}"/>
              </a:ext>
            </a:extLst>
          </p:cNvPr>
          <p:cNvSpPr txBox="1">
            <a:spLocks/>
          </p:cNvSpPr>
          <p:nvPr/>
        </p:nvSpPr>
        <p:spPr>
          <a:xfrm>
            <a:off x="8320844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05 Design &amp; Prototyping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D33DAF6-818F-DF42-9048-4EB0744BE9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23111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AD0E83C-AF84-5244-8A46-36376C1C0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89022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B75760-1CF3-0242-BAA2-E19452F90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4933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A311D8D-8DC1-3B4A-93E4-C6FF7171B0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20844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1BD861C-C099-2242-98F1-B6E7EEED2BE6}"/>
              </a:ext>
            </a:extLst>
          </p:cNvPr>
          <p:cNvSpPr txBox="1">
            <a:spLocks/>
          </p:cNvSpPr>
          <p:nvPr/>
        </p:nvSpPr>
        <p:spPr>
          <a:xfrm>
            <a:off x="10262045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06 Evaluation &amp; </a:t>
            </a:r>
            <a:br>
              <a:rPr lang="en-US"/>
            </a:br>
            <a:r>
              <a:rPr lang="en-US"/>
              <a:t>Implementation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C141246F-69BD-0B41-BF52-D1152FCFAC26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62045" y="2057323"/>
            <a:ext cx="766345" cy="70858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CFA191E-BA82-1B46-A82D-56261E200A50}"/>
              </a:ext>
            </a:extLst>
          </p:cNvPr>
          <p:cNvCxnSpPr>
            <a:cxnSpLocks/>
          </p:cNvCxnSpPr>
          <p:nvPr/>
        </p:nvCxnSpPr>
        <p:spPr>
          <a:xfrm>
            <a:off x="10262045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D7341B1D-76E9-7D45-9DFE-D593920133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62045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5F7393A2-F20A-FB48-8098-C4DF269971E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8" name="Text Placeholder 32">
            <a:extLst>
              <a:ext uri="{FF2B5EF4-FFF2-40B4-BE49-F238E27FC236}">
                <a16:creationId xmlns:a16="http://schemas.microsoft.com/office/drawing/2014/main" id="{B176C60C-51C0-3B4D-AE38-AC9A7DFCED6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423111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9" name="Text Placeholder 32">
            <a:extLst>
              <a:ext uri="{FF2B5EF4-FFF2-40B4-BE49-F238E27FC236}">
                <a16:creationId xmlns:a16="http://schemas.microsoft.com/office/drawing/2014/main" id="{83DCF7C1-2E86-DD49-93B8-E0B55244157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89022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749D904C-AEC8-804C-B52A-C4D391166BE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54933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Text Placeholder 32">
            <a:extLst>
              <a:ext uri="{FF2B5EF4-FFF2-40B4-BE49-F238E27FC236}">
                <a16:creationId xmlns:a16="http://schemas.microsoft.com/office/drawing/2014/main" id="{45690D28-0402-5A47-B11A-2BEB72CBA69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20844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Text Placeholder 32">
            <a:extLst>
              <a:ext uri="{FF2B5EF4-FFF2-40B4-BE49-F238E27FC236}">
                <a16:creationId xmlns:a16="http://schemas.microsoft.com/office/drawing/2014/main" id="{C0E5AE34-5390-1742-B24C-571FF75CA77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262045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10571792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ject Approach – 5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111A-AF8E-9E4F-95BB-2233C5B80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PROJECT APPROACH – 5 PHASES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4A3D2F7-12A7-D345-89E9-C2804ED949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996434D-95C5-3A4A-822B-F2AAFD93E9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accent5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327781-DE23-6541-B6B8-9BF68AA55D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22447"/>
            <a:ext cx="827601" cy="7652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B503DEC-3D44-E54B-B871-07557CF14C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6060" y="2058408"/>
            <a:ext cx="751597" cy="69494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0B66494-D5B7-8E42-BBE7-3D572363BF3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74920" y="2058408"/>
            <a:ext cx="745490" cy="68929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66EE11C-096A-6A41-B3C9-F626EDB65AE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83780" y="2058408"/>
            <a:ext cx="708863" cy="65543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29EEA0C-3899-7B4A-8FEC-BEA88021468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92640" y="2090158"/>
            <a:ext cx="756270" cy="6992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5C6192-C8B0-8C41-A29B-1A465AC14A6D}"/>
              </a:ext>
            </a:extLst>
          </p:cNvPr>
          <p:cNvCxnSpPr>
            <a:cxnSpLocks/>
          </p:cNvCxnSpPr>
          <p:nvPr/>
        </p:nvCxnSpPr>
        <p:spPr>
          <a:xfrm>
            <a:off x="45720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8C566F-9E20-7D42-980A-36B784E4DA39}"/>
              </a:ext>
            </a:extLst>
          </p:cNvPr>
          <p:cNvCxnSpPr>
            <a:cxnSpLocks/>
          </p:cNvCxnSpPr>
          <p:nvPr/>
        </p:nvCxnSpPr>
        <p:spPr>
          <a:xfrm>
            <a:off x="276606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43441-2EDD-0640-8625-3CF46A13CD31}"/>
              </a:ext>
            </a:extLst>
          </p:cNvPr>
          <p:cNvCxnSpPr>
            <a:cxnSpLocks/>
          </p:cNvCxnSpPr>
          <p:nvPr/>
        </p:nvCxnSpPr>
        <p:spPr>
          <a:xfrm>
            <a:off x="507492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BCEC5A-64BB-A947-A1DA-BFC2B87C4EFC}"/>
              </a:ext>
            </a:extLst>
          </p:cNvPr>
          <p:cNvCxnSpPr>
            <a:cxnSpLocks/>
          </p:cNvCxnSpPr>
          <p:nvPr/>
        </p:nvCxnSpPr>
        <p:spPr>
          <a:xfrm>
            <a:off x="738378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3CE4EF-F9F4-1248-BCBA-48394100326B}"/>
              </a:ext>
            </a:extLst>
          </p:cNvPr>
          <p:cNvCxnSpPr>
            <a:cxnSpLocks/>
          </p:cNvCxnSpPr>
          <p:nvPr/>
        </p:nvCxnSpPr>
        <p:spPr>
          <a:xfrm>
            <a:off x="969264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0F24ACA-C57A-6542-A9DC-906E12AE06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4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80DC253-A653-EE48-9265-87DA583F1C6D}"/>
              </a:ext>
            </a:extLst>
          </p:cNvPr>
          <p:cNvSpPr txBox="1">
            <a:spLocks/>
          </p:cNvSpPr>
          <p:nvPr/>
        </p:nvSpPr>
        <p:spPr>
          <a:xfrm>
            <a:off x="45720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01 Alignment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F9D9EA2-A39B-364C-91C2-10DAEA01A7AD}"/>
              </a:ext>
            </a:extLst>
          </p:cNvPr>
          <p:cNvSpPr txBox="1">
            <a:spLocks/>
          </p:cNvSpPr>
          <p:nvPr/>
        </p:nvSpPr>
        <p:spPr>
          <a:xfrm>
            <a:off x="276606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02 Learning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EC2D32C-9C04-8D47-B602-B406BAC6ED59}"/>
              </a:ext>
            </a:extLst>
          </p:cNvPr>
          <p:cNvSpPr txBox="1">
            <a:spLocks/>
          </p:cNvSpPr>
          <p:nvPr/>
        </p:nvSpPr>
        <p:spPr>
          <a:xfrm>
            <a:off x="507492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03 Analysis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4319C03-4421-CB4C-99FA-4B5C37C68881}"/>
              </a:ext>
            </a:extLst>
          </p:cNvPr>
          <p:cNvSpPr txBox="1">
            <a:spLocks/>
          </p:cNvSpPr>
          <p:nvPr/>
        </p:nvSpPr>
        <p:spPr>
          <a:xfrm>
            <a:off x="738378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04 Ideation &amp; Envisioning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E5FB6C8-5EDD-514A-B17D-196988E2B5D1}"/>
              </a:ext>
            </a:extLst>
          </p:cNvPr>
          <p:cNvSpPr txBox="1">
            <a:spLocks/>
          </p:cNvSpPr>
          <p:nvPr/>
        </p:nvSpPr>
        <p:spPr>
          <a:xfrm>
            <a:off x="969264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05 Design &amp; Prototyping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D33DAF6-818F-DF42-9048-4EB0744BE9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78633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AD0E83C-AF84-5244-8A46-36376C1C0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87492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B75760-1CF3-0242-BAA2-E19452F90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96351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A311D8D-8DC1-3B4A-93E4-C6FF7171B0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05210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52E0F47A-7910-834B-B8C0-19ABB23E3FA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0" y="3657600"/>
            <a:ext cx="1920875" cy="228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A328BB22-AC71-0043-A171-7A417ED8775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66060" y="3657600"/>
            <a:ext cx="1920875" cy="228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868139CE-C9BB-6B4D-97C1-C45B7754D97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074919" y="3657600"/>
            <a:ext cx="1920875" cy="228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13C1508E-2CCE-E741-8D12-DEC07FFC853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396351" y="3657600"/>
            <a:ext cx="1920875" cy="228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2CEA34FE-C7A1-9644-A82A-311D9F5467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698923" y="3657600"/>
            <a:ext cx="1920875" cy="228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1788907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ject Approach – 6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111A-AF8E-9E4F-95BB-2233C5B80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PROJECT APPROACH – 6 PHASES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4A3D2F7-12A7-D345-89E9-C2804ED949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996434D-95C5-3A4A-822B-F2AAFD93E9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accent5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327781-DE23-6541-B6B8-9BF68AA55D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22447"/>
            <a:ext cx="827601" cy="7652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B503DEC-3D44-E54B-B871-07557CF14C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23111" y="2058408"/>
            <a:ext cx="751597" cy="69494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0B66494-D5B7-8E42-BBE7-3D572363BF3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9022" y="2058408"/>
            <a:ext cx="745490" cy="68929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66EE11C-096A-6A41-B3C9-F626EDB65AE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4933" y="2058408"/>
            <a:ext cx="708863" cy="65543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29EEA0C-3899-7B4A-8FEC-BEA88021468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20844" y="2090158"/>
            <a:ext cx="756270" cy="6992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5C6192-C8B0-8C41-A29B-1A465AC14A6D}"/>
              </a:ext>
            </a:extLst>
          </p:cNvPr>
          <p:cNvCxnSpPr>
            <a:cxnSpLocks/>
          </p:cNvCxnSpPr>
          <p:nvPr/>
        </p:nvCxnSpPr>
        <p:spPr>
          <a:xfrm>
            <a:off x="45720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8C566F-9E20-7D42-980A-36B784E4DA39}"/>
              </a:ext>
            </a:extLst>
          </p:cNvPr>
          <p:cNvCxnSpPr>
            <a:cxnSpLocks/>
          </p:cNvCxnSpPr>
          <p:nvPr/>
        </p:nvCxnSpPr>
        <p:spPr>
          <a:xfrm>
            <a:off x="2423111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43441-2EDD-0640-8625-3CF46A13CD31}"/>
              </a:ext>
            </a:extLst>
          </p:cNvPr>
          <p:cNvCxnSpPr>
            <a:cxnSpLocks/>
          </p:cNvCxnSpPr>
          <p:nvPr/>
        </p:nvCxnSpPr>
        <p:spPr>
          <a:xfrm>
            <a:off x="4389022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BCEC5A-64BB-A947-A1DA-BFC2B87C4EFC}"/>
              </a:ext>
            </a:extLst>
          </p:cNvPr>
          <p:cNvCxnSpPr>
            <a:cxnSpLocks/>
          </p:cNvCxnSpPr>
          <p:nvPr/>
        </p:nvCxnSpPr>
        <p:spPr>
          <a:xfrm>
            <a:off x="6354933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3CE4EF-F9F4-1248-BCBA-48394100326B}"/>
              </a:ext>
            </a:extLst>
          </p:cNvPr>
          <p:cNvCxnSpPr>
            <a:cxnSpLocks/>
          </p:cNvCxnSpPr>
          <p:nvPr/>
        </p:nvCxnSpPr>
        <p:spPr>
          <a:xfrm>
            <a:off x="8320844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0F24ACA-C57A-6542-A9DC-906E12AE06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4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80DC253-A653-EE48-9265-87DA583F1C6D}"/>
              </a:ext>
            </a:extLst>
          </p:cNvPr>
          <p:cNvSpPr txBox="1">
            <a:spLocks/>
          </p:cNvSpPr>
          <p:nvPr/>
        </p:nvSpPr>
        <p:spPr>
          <a:xfrm>
            <a:off x="457200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01 Alignment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F9D9EA2-A39B-364C-91C2-10DAEA01A7AD}"/>
              </a:ext>
            </a:extLst>
          </p:cNvPr>
          <p:cNvSpPr txBox="1">
            <a:spLocks/>
          </p:cNvSpPr>
          <p:nvPr/>
        </p:nvSpPr>
        <p:spPr>
          <a:xfrm>
            <a:off x="2423111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02 Learning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EC2D32C-9C04-8D47-B602-B406BAC6ED59}"/>
              </a:ext>
            </a:extLst>
          </p:cNvPr>
          <p:cNvSpPr txBox="1">
            <a:spLocks/>
          </p:cNvSpPr>
          <p:nvPr/>
        </p:nvSpPr>
        <p:spPr>
          <a:xfrm>
            <a:off x="4389022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03 Analysis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4319C03-4421-CB4C-99FA-4B5C37C68881}"/>
              </a:ext>
            </a:extLst>
          </p:cNvPr>
          <p:cNvSpPr txBox="1">
            <a:spLocks/>
          </p:cNvSpPr>
          <p:nvPr/>
        </p:nvSpPr>
        <p:spPr>
          <a:xfrm>
            <a:off x="6354933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04 Ideation &amp; Envisioning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E5FB6C8-5EDD-514A-B17D-196988E2B5D1}"/>
              </a:ext>
            </a:extLst>
          </p:cNvPr>
          <p:cNvSpPr txBox="1">
            <a:spLocks/>
          </p:cNvSpPr>
          <p:nvPr/>
        </p:nvSpPr>
        <p:spPr>
          <a:xfrm>
            <a:off x="8320844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05 Design &amp; Prototyping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D33DAF6-818F-DF42-9048-4EB0744BE9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23111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AD0E83C-AF84-5244-8A46-36376C1C0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89022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B75760-1CF3-0242-BAA2-E19452F90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4933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A311D8D-8DC1-3B4A-93E4-C6FF7171B0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20844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1BD861C-C099-2242-98F1-B6E7EEED2BE6}"/>
              </a:ext>
            </a:extLst>
          </p:cNvPr>
          <p:cNvSpPr txBox="1">
            <a:spLocks/>
          </p:cNvSpPr>
          <p:nvPr/>
        </p:nvSpPr>
        <p:spPr>
          <a:xfrm>
            <a:off x="10262045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06 Evaluation &amp; </a:t>
            </a:r>
            <a:br>
              <a:rPr lang="en-US"/>
            </a:br>
            <a:r>
              <a:rPr lang="en-US"/>
              <a:t>Implementation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C141246F-69BD-0B41-BF52-D1152FCFAC26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62045" y="2057323"/>
            <a:ext cx="766345" cy="70858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CFA191E-BA82-1B46-A82D-56261E200A50}"/>
              </a:ext>
            </a:extLst>
          </p:cNvPr>
          <p:cNvCxnSpPr>
            <a:cxnSpLocks/>
          </p:cNvCxnSpPr>
          <p:nvPr/>
        </p:nvCxnSpPr>
        <p:spPr>
          <a:xfrm>
            <a:off x="10262045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D7341B1D-76E9-7D45-9DFE-D593920133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62045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5F7393A2-F20A-FB48-8098-C4DF269971E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8" name="Text Placeholder 32">
            <a:extLst>
              <a:ext uri="{FF2B5EF4-FFF2-40B4-BE49-F238E27FC236}">
                <a16:creationId xmlns:a16="http://schemas.microsoft.com/office/drawing/2014/main" id="{B176C60C-51C0-3B4D-AE38-AC9A7DFCED6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423111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9" name="Text Placeholder 32">
            <a:extLst>
              <a:ext uri="{FF2B5EF4-FFF2-40B4-BE49-F238E27FC236}">
                <a16:creationId xmlns:a16="http://schemas.microsoft.com/office/drawing/2014/main" id="{83DCF7C1-2E86-DD49-93B8-E0B55244157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89022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749D904C-AEC8-804C-B52A-C4D391166BE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54933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Text Placeholder 32">
            <a:extLst>
              <a:ext uri="{FF2B5EF4-FFF2-40B4-BE49-F238E27FC236}">
                <a16:creationId xmlns:a16="http://schemas.microsoft.com/office/drawing/2014/main" id="{45690D28-0402-5A47-B11A-2BEB72CBA69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20844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Text Placeholder 32">
            <a:extLst>
              <a:ext uri="{FF2B5EF4-FFF2-40B4-BE49-F238E27FC236}">
                <a16:creationId xmlns:a16="http://schemas.microsoft.com/office/drawing/2014/main" id="{C0E5AE34-5390-1742-B24C-571FF75CA77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262045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596622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ase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143000"/>
            <a:ext cx="3312160" cy="914096"/>
          </a:xfrm>
        </p:spPr>
        <p:txBody>
          <a:bodyPr wrap="square">
            <a:spAutoFit/>
          </a:bodyPr>
          <a:lstStyle>
            <a:lvl1pPr>
              <a:defRPr sz="18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39920" y="1143000"/>
            <a:ext cx="3312160" cy="914096"/>
          </a:xfrm>
        </p:spPr>
        <p:txBody>
          <a:bodyPr wrap="square">
            <a:spAutoFit/>
          </a:bodyPr>
          <a:lstStyle>
            <a:lvl1pPr>
              <a:defRPr sz="18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9920" y="2067560"/>
            <a:ext cx="3312160" cy="3317831"/>
          </a:xfr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2640" y="1143000"/>
            <a:ext cx="3312160" cy="914096"/>
          </a:xfrm>
        </p:spPr>
        <p:txBody>
          <a:bodyPr wrap="square">
            <a:spAutoFit/>
          </a:bodyPr>
          <a:lstStyle>
            <a:lvl1pPr>
              <a:defRPr sz="18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22640" y="2067560"/>
            <a:ext cx="3312160" cy="3317831"/>
          </a:xfr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74046861-98EF-8743-9C12-267EC1D8E7B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57200" y="2730381"/>
            <a:ext cx="3614738" cy="13716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400" baseline="0">
                <a:latin typeface="+mn-lt"/>
              </a:defRPr>
            </a:lvl1pPr>
          </a:lstStyle>
          <a:p>
            <a:r>
              <a:rPr lang="en-US"/>
              <a:t>Click icon to add BLACK &amp; WHITE PHOTO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8A666C02-EA3A-C441-B424-21DB595FE3C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57200" y="4238918"/>
            <a:ext cx="3614738" cy="13716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400" baseline="0">
                <a:latin typeface="+mn-lt"/>
              </a:defRPr>
            </a:lvl1pPr>
          </a:lstStyle>
          <a:p>
            <a:r>
              <a:rPr lang="en-US"/>
              <a:t>Click icon to add BLACK &amp; WHITE PHOTO</a:t>
            </a:r>
          </a:p>
        </p:txBody>
      </p:sp>
    </p:spTree>
    <p:extLst>
      <p:ext uri="{BB962C8B-B14F-4D97-AF65-F5344CB8AC3E}">
        <p14:creationId xmlns:p14="http://schemas.microsoft.com/office/powerpoint/2010/main" val="38492588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71FB1-EED5-E148-9A93-A29EB92D1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6397" y="1220724"/>
            <a:ext cx="7892478" cy="2769989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5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quam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grpSp>
        <p:nvGrpSpPr>
          <p:cNvPr id="8" name="Graphic 4">
            <a:extLst>
              <a:ext uri="{FF2B5EF4-FFF2-40B4-BE49-F238E27FC236}">
                <a16:creationId xmlns:a16="http://schemas.microsoft.com/office/drawing/2014/main" id="{823A4988-0868-304B-AD24-7AFF2D3D342A}"/>
              </a:ext>
            </a:extLst>
          </p:cNvPr>
          <p:cNvGrpSpPr/>
          <p:nvPr/>
        </p:nvGrpSpPr>
        <p:grpSpPr>
          <a:xfrm>
            <a:off x="494098" y="228600"/>
            <a:ext cx="1309173" cy="952500"/>
            <a:chOff x="1851964" y="2058769"/>
            <a:chExt cx="424433" cy="308800"/>
          </a:xfrm>
          <a:solidFill>
            <a:schemeClr val="accent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FDBA4B6-758F-E547-A4C5-72E7C40C04B9}"/>
                </a:ext>
              </a:extLst>
            </p:cNvPr>
            <p:cNvSpPr/>
            <p:nvPr/>
          </p:nvSpPr>
          <p:spPr>
            <a:xfrm>
              <a:off x="1851964" y="2058769"/>
              <a:ext cx="196214" cy="308800"/>
            </a:xfrm>
            <a:custGeom>
              <a:avLst/>
              <a:gdLst>
                <a:gd name="connsiteX0" fmla="*/ 96202 w 196214"/>
                <a:gd name="connsiteY0" fmla="*/ 0 h 308800"/>
                <a:gd name="connsiteX1" fmla="*/ 166211 w 196214"/>
                <a:gd name="connsiteY1" fmla="*/ 31909 h 308800"/>
                <a:gd name="connsiteX2" fmla="*/ 188119 w 196214"/>
                <a:gd name="connsiteY2" fmla="*/ 67913 h 308800"/>
                <a:gd name="connsiteX3" fmla="*/ 196215 w 196214"/>
                <a:gd name="connsiteY3" fmla="*/ 110585 h 308800"/>
                <a:gd name="connsiteX4" fmla="*/ 166688 w 196214"/>
                <a:gd name="connsiteY4" fmla="*/ 202311 h 308800"/>
                <a:gd name="connsiteX5" fmla="*/ 87630 w 196214"/>
                <a:gd name="connsiteY5" fmla="*/ 281178 h 308800"/>
                <a:gd name="connsiteX6" fmla="*/ 21907 w 196214"/>
                <a:gd name="connsiteY6" fmla="*/ 308801 h 308800"/>
                <a:gd name="connsiteX7" fmla="*/ 6191 w 196214"/>
                <a:gd name="connsiteY7" fmla="*/ 303085 h 308800"/>
                <a:gd name="connsiteX8" fmla="*/ 0 w 196214"/>
                <a:gd name="connsiteY8" fmla="*/ 287846 h 308800"/>
                <a:gd name="connsiteX9" fmla="*/ 18098 w 196214"/>
                <a:gd name="connsiteY9" fmla="*/ 264033 h 308800"/>
                <a:gd name="connsiteX10" fmla="*/ 81439 w 196214"/>
                <a:gd name="connsiteY10" fmla="*/ 219742 h 308800"/>
                <a:gd name="connsiteX11" fmla="*/ 100489 w 196214"/>
                <a:gd name="connsiteY11" fmla="*/ 189738 h 308800"/>
                <a:gd name="connsiteX12" fmla="*/ 86201 w 196214"/>
                <a:gd name="connsiteY12" fmla="*/ 178784 h 308800"/>
                <a:gd name="connsiteX13" fmla="*/ 80010 w 196214"/>
                <a:gd name="connsiteY13" fmla="*/ 177832 h 308800"/>
                <a:gd name="connsiteX14" fmla="*/ 72866 w 196214"/>
                <a:gd name="connsiteY14" fmla="*/ 177355 h 308800"/>
                <a:gd name="connsiteX15" fmla="*/ 22574 w 196214"/>
                <a:gd name="connsiteY15" fmla="*/ 148495 h 308800"/>
                <a:gd name="connsiteX16" fmla="*/ 3238 w 196214"/>
                <a:gd name="connsiteY16" fmla="*/ 90106 h 308800"/>
                <a:gd name="connsiteX17" fmla="*/ 27051 w 196214"/>
                <a:gd name="connsiteY17" fmla="*/ 29146 h 308800"/>
                <a:gd name="connsiteX18" fmla="*/ 96202 w 196214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4" h="308800">
                  <a:moveTo>
                    <a:pt x="96202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722" y="299561"/>
                    <a:pt x="37719" y="308801"/>
                    <a:pt x="21907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8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8" y="112966"/>
                    <a:pt x="3238" y="90106"/>
                  </a:cubicBezTo>
                  <a:cubicBezTo>
                    <a:pt x="3238" y="66580"/>
                    <a:pt x="11144" y="46291"/>
                    <a:pt x="27051" y="29146"/>
                  </a:cubicBezTo>
                  <a:cubicBezTo>
                    <a:pt x="45149" y="9715"/>
                    <a:pt x="68199" y="0"/>
                    <a:pt x="9620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67A9479-37D0-E448-A740-1DFA8790CA90}"/>
                </a:ext>
              </a:extLst>
            </p:cNvPr>
            <p:cNvSpPr/>
            <p:nvPr/>
          </p:nvSpPr>
          <p:spPr>
            <a:xfrm>
              <a:off x="2080183" y="2058769"/>
              <a:ext cx="196215" cy="308800"/>
            </a:xfrm>
            <a:custGeom>
              <a:avLst/>
              <a:gdLst>
                <a:gd name="connsiteX0" fmla="*/ 96203 w 196215"/>
                <a:gd name="connsiteY0" fmla="*/ 0 h 308800"/>
                <a:gd name="connsiteX1" fmla="*/ 166211 w 196215"/>
                <a:gd name="connsiteY1" fmla="*/ 31909 h 308800"/>
                <a:gd name="connsiteX2" fmla="*/ 188119 w 196215"/>
                <a:gd name="connsiteY2" fmla="*/ 67913 h 308800"/>
                <a:gd name="connsiteX3" fmla="*/ 196215 w 196215"/>
                <a:gd name="connsiteY3" fmla="*/ 110585 h 308800"/>
                <a:gd name="connsiteX4" fmla="*/ 166688 w 196215"/>
                <a:gd name="connsiteY4" fmla="*/ 202311 h 308800"/>
                <a:gd name="connsiteX5" fmla="*/ 87630 w 196215"/>
                <a:gd name="connsiteY5" fmla="*/ 281178 h 308800"/>
                <a:gd name="connsiteX6" fmla="*/ 21908 w 196215"/>
                <a:gd name="connsiteY6" fmla="*/ 308801 h 308800"/>
                <a:gd name="connsiteX7" fmla="*/ 6191 w 196215"/>
                <a:gd name="connsiteY7" fmla="*/ 303085 h 308800"/>
                <a:gd name="connsiteX8" fmla="*/ 0 w 196215"/>
                <a:gd name="connsiteY8" fmla="*/ 287846 h 308800"/>
                <a:gd name="connsiteX9" fmla="*/ 18097 w 196215"/>
                <a:gd name="connsiteY9" fmla="*/ 264033 h 308800"/>
                <a:gd name="connsiteX10" fmla="*/ 81439 w 196215"/>
                <a:gd name="connsiteY10" fmla="*/ 219742 h 308800"/>
                <a:gd name="connsiteX11" fmla="*/ 100489 w 196215"/>
                <a:gd name="connsiteY11" fmla="*/ 189738 h 308800"/>
                <a:gd name="connsiteX12" fmla="*/ 86201 w 196215"/>
                <a:gd name="connsiteY12" fmla="*/ 178784 h 308800"/>
                <a:gd name="connsiteX13" fmla="*/ 80010 w 196215"/>
                <a:gd name="connsiteY13" fmla="*/ 177832 h 308800"/>
                <a:gd name="connsiteX14" fmla="*/ 72866 w 196215"/>
                <a:gd name="connsiteY14" fmla="*/ 177355 h 308800"/>
                <a:gd name="connsiteX15" fmla="*/ 22574 w 196215"/>
                <a:gd name="connsiteY15" fmla="*/ 148495 h 308800"/>
                <a:gd name="connsiteX16" fmla="*/ 3239 w 196215"/>
                <a:gd name="connsiteY16" fmla="*/ 90106 h 308800"/>
                <a:gd name="connsiteX17" fmla="*/ 27051 w 196215"/>
                <a:gd name="connsiteY17" fmla="*/ 29146 h 308800"/>
                <a:gd name="connsiteX18" fmla="*/ 96203 w 196215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5" h="308800">
                  <a:moveTo>
                    <a:pt x="96203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627" y="299561"/>
                    <a:pt x="37719" y="308801"/>
                    <a:pt x="21908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7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9" y="112966"/>
                    <a:pt x="3239" y="90106"/>
                  </a:cubicBezTo>
                  <a:cubicBezTo>
                    <a:pt x="3239" y="66580"/>
                    <a:pt x="11144" y="46291"/>
                    <a:pt x="27051" y="29146"/>
                  </a:cubicBezTo>
                  <a:cubicBezTo>
                    <a:pt x="45244" y="9715"/>
                    <a:pt x="68199" y="0"/>
                    <a:pt x="9620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" name="Graphic 4">
            <a:extLst>
              <a:ext uri="{FF2B5EF4-FFF2-40B4-BE49-F238E27FC236}">
                <a16:creationId xmlns:a16="http://schemas.microsoft.com/office/drawing/2014/main" id="{981FF5D2-40D7-B048-B33B-B448FA5F16F4}"/>
              </a:ext>
            </a:extLst>
          </p:cNvPr>
          <p:cNvGrpSpPr/>
          <p:nvPr/>
        </p:nvGrpSpPr>
        <p:grpSpPr>
          <a:xfrm rot="10800000">
            <a:off x="10425627" y="5219700"/>
            <a:ext cx="1309173" cy="952500"/>
            <a:chOff x="1851964" y="2058769"/>
            <a:chExt cx="424433" cy="308800"/>
          </a:xfrm>
          <a:solidFill>
            <a:schemeClr val="accent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EF95A2-728D-A049-91DE-CDD3C11B4CB1}"/>
                </a:ext>
              </a:extLst>
            </p:cNvPr>
            <p:cNvSpPr/>
            <p:nvPr/>
          </p:nvSpPr>
          <p:spPr>
            <a:xfrm>
              <a:off x="1851964" y="2058769"/>
              <a:ext cx="196214" cy="308800"/>
            </a:xfrm>
            <a:custGeom>
              <a:avLst/>
              <a:gdLst>
                <a:gd name="connsiteX0" fmla="*/ 96202 w 196214"/>
                <a:gd name="connsiteY0" fmla="*/ 0 h 308800"/>
                <a:gd name="connsiteX1" fmla="*/ 166211 w 196214"/>
                <a:gd name="connsiteY1" fmla="*/ 31909 h 308800"/>
                <a:gd name="connsiteX2" fmla="*/ 188119 w 196214"/>
                <a:gd name="connsiteY2" fmla="*/ 67913 h 308800"/>
                <a:gd name="connsiteX3" fmla="*/ 196215 w 196214"/>
                <a:gd name="connsiteY3" fmla="*/ 110585 h 308800"/>
                <a:gd name="connsiteX4" fmla="*/ 166688 w 196214"/>
                <a:gd name="connsiteY4" fmla="*/ 202311 h 308800"/>
                <a:gd name="connsiteX5" fmla="*/ 87630 w 196214"/>
                <a:gd name="connsiteY5" fmla="*/ 281178 h 308800"/>
                <a:gd name="connsiteX6" fmla="*/ 21907 w 196214"/>
                <a:gd name="connsiteY6" fmla="*/ 308801 h 308800"/>
                <a:gd name="connsiteX7" fmla="*/ 6191 w 196214"/>
                <a:gd name="connsiteY7" fmla="*/ 303085 h 308800"/>
                <a:gd name="connsiteX8" fmla="*/ 0 w 196214"/>
                <a:gd name="connsiteY8" fmla="*/ 287846 h 308800"/>
                <a:gd name="connsiteX9" fmla="*/ 18098 w 196214"/>
                <a:gd name="connsiteY9" fmla="*/ 264033 h 308800"/>
                <a:gd name="connsiteX10" fmla="*/ 81439 w 196214"/>
                <a:gd name="connsiteY10" fmla="*/ 219742 h 308800"/>
                <a:gd name="connsiteX11" fmla="*/ 100489 w 196214"/>
                <a:gd name="connsiteY11" fmla="*/ 189738 h 308800"/>
                <a:gd name="connsiteX12" fmla="*/ 86201 w 196214"/>
                <a:gd name="connsiteY12" fmla="*/ 178784 h 308800"/>
                <a:gd name="connsiteX13" fmla="*/ 80010 w 196214"/>
                <a:gd name="connsiteY13" fmla="*/ 177832 h 308800"/>
                <a:gd name="connsiteX14" fmla="*/ 72866 w 196214"/>
                <a:gd name="connsiteY14" fmla="*/ 177355 h 308800"/>
                <a:gd name="connsiteX15" fmla="*/ 22574 w 196214"/>
                <a:gd name="connsiteY15" fmla="*/ 148495 h 308800"/>
                <a:gd name="connsiteX16" fmla="*/ 3238 w 196214"/>
                <a:gd name="connsiteY16" fmla="*/ 90106 h 308800"/>
                <a:gd name="connsiteX17" fmla="*/ 27051 w 196214"/>
                <a:gd name="connsiteY17" fmla="*/ 29146 h 308800"/>
                <a:gd name="connsiteX18" fmla="*/ 96202 w 196214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4" h="308800">
                  <a:moveTo>
                    <a:pt x="96202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722" y="299561"/>
                    <a:pt x="37719" y="308801"/>
                    <a:pt x="21907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8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8" y="112966"/>
                    <a:pt x="3238" y="90106"/>
                  </a:cubicBezTo>
                  <a:cubicBezTo>
                    <a:pt x="3238" y="66580"/>
                    <a:pt x="11144" y="46291"/>
                    <a:pt x="27051" y="29146"/>
                  </a:cubicBezTo>
                  <a:cubicBezTo>
                    <a:pt x="45149" y="9715"/>
                    <a:pt x="68199" y="0"/>
                    <a:pt x="9620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1BF97-F3E8-2C41-8D83-077454953A50}"/>
                </a:ext>
              </a:extLst>
            </p:cNvPr>
            <p:cNvSpPr/>
            <p:nvPr/>
          </p:nvSpPr>
          <p:spPr>
            <a:xfrm>
              <a:off x="2080183" y="2058769"/>
              <a:ext cx="196215" cy="308800"/>
            </a:xfrm>
            <a:custGeom>
              <a:avLst/>
              <a:gdLst>
                <a:gd name="connsiteX0" fmla="*/ 96203 w 196215"/>
                <a:gd name="connsiteY0" fmla="*/ 0 h 308800"/>
                <a:gd name="connsiteX1" fmla="*/ 166211 w 196215"/>
                <a:gd name="connsiteY1" fmla="*/ 31909 h 308800"/>
                <a:gd name="connsiteX2" fmla="*/ 188119 w 196215"/>
                <a:gd name="connsiteY2" fmla="*/ 67913 h 308800"/>
                <a:gd name="connsiteX3" fmla="*/ 196215 w 196215"/>
                <a:gd name="connsiteY3" fmla="*/ 110585 h 308800"/>
                <a:gd name="connsiteX4" fmla="*/ 166688 w 196215"/>
                <a:gd name="connsiteY4" fmla="*/ 202311 h 308800"/>
                <a:gd name="connsiteX5" fmla="*/ 87630 w 196215"/>
                <a:gd name="connsiteY5" fmla="*/ 281178 h 308800"/>
                <a:gd name="connsiteX6" fmla="*/ 21908 w 196215"/>
                <a:gd name="connsiteY6" fmla="*/ 308801 h 308800"/>
                <a:gd name="connsiteX7" fmla="*/ 6191 w 196215"/>
                <a:gd name="connsiteY7" fmla="*/ 303085 h 308800"/>
                <a:gd name="connsiteX8" fmla="*/ 0 w 196215"/>
                <a:gd name="connsiteY8" fmla="*/ 287846 h 308800"/>
                <a:gd name="connsiteX9" fmla="*/ 18097 w 196215"/>
                <a:gd name="connsiteY9" fmla="*/ 264033 h 308800"/>
                <a:gd name="connsiteX10" fmla="*/ 81439 w 196215"/>
                <a:gd name="connsiteY10" fmla="*/ 219742 h 308800"/>
                <a:gd name="connsiteX11" fmla="*/ 100489 w 196215"/>
                <a:gd name="connsiteY11" fmla="*/ 189738 h 308800"/>
                <a:gd name="connsiteX12" fmla="*/ 86201 w 196215"/>
                <a:gd name="connsiteY12" fmla="*/ 178784 h 308800"/>
                <a:gd name="connsiteX13" fmla="*/ 80010 w 196215"/>
                <a:gd name="connsiteY13" fmla="*/ 177832 h 308800"/>
                <a:gd name="connsiteX14" fmla="*/ 72866 w 196215"/>
                <a:gd name="connsiteY14" fmla="*/ 177355 h 308800"/>
                <a:gd name="connsiteX15" fmla="*/ 22574 w 196215"/>
                <a:gd name="connsiteY15" fmla="*/ 148495 h 308800"/>
                <a:gd name="connsiteX16" fmla="*/ 3239 w 196215"/>
                <a:gd name="connsiteY16" fmla="*/ 90106 h 308800"/>
                <a:gd name="connsiteX17" fmla="*/ 27051 w 196215"/>
                <a:gd name="connsiteY17" fmla="*/ 29146 h 308800"/>
                <a:gd name="connsiteX18" fmla="*/ 96203 w 196215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5" h="308800">
                  <a:moveTo>
                    <a:pt x="96203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627" y="299561"/>
                    <a:pt x="37719" y="308801"/>
                    <a:pt x="21908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7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9" y="112966"/>
                    <a:pt x="3239" y="90106"/>
                  </a:cubicBezTo>
                  <a:cubicBezTo>
                    <a:pt x="3239" y="66580"/>
                    <a:pt x="11144" y="46291"/>
                    <a:pt x="27051" y="29146"/>
                  </a:cubicBezTo>
                  <a:cubicBezTo>
                    <a:pt x="45244" y="9715"/>
                    <a:pt x="68199" y="0"/>
                    <a:pt x="9620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B4BAB6-FAAD-BA41-8450-398BD1279B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26808" y="4620894"/>
            <a:ext cx="2822067" cy="541687"/>
          </a:xfrm>
        </p:spPr>
        <p:txBody>
          <a:bodyPr>
            <a:spAutoFit/>
          </a:bodyPr>
          <a:lstStyle>
            <a:lvl1pPr algn="r"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7D3204D2-E773-3547-87F1-DBC183759392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56493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E84340-BD33-8E44-99AA-6996388612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2787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ользовательский макет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31137FB-F149-DD41-B765-24A58A85D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91" y="1024301"/>
            <a:ext cx="609419" cy="545269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952A47A2-EF74-7B4A-948B-354D8CBA8096}"/>
              </a:ext>
            </a:extLst>
          </p:cNvPr>
          <p:cNvSpPr txBox="1">
            <a:spLocks/>
          </p:cNvSpPr>
          <p:nvPr/>
        </p:nvSpPr>
        <p:spPr>
          <a:xfrm>
            <a:off x="3894218" y="1786378"/>
            <a:ext cx="4403565" cy="73866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sz="4800">
                <a:solidFill>
                  <a:schemeClr val="tx1"/>
                </a:solidFill>
              </a:rPr>
              <a:t>Disclaimer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14BDE5-32F5-E643-A4FF-D09A52DA71E1}"/>
              </a:ext>
            </a:extLst>
          </p:cNvPr>
          <p:cNvSpPr/>
          <p:nvPr/>
        </p:nvSpPr>
        <p:spPr>
          <a:xfrm>
            <a:off x="2573605" y="5025323"/>
            <a:ext cx="7044791" cy="114687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spcAft>
                <a:spcPts val="600"/>
              </a:spcAft>
              <a:defRPr/>
            </a:pPr>
            <a:r>
              <a:rPr lang="en-US" sz="1600" b="1">
                <a:solidFill>
                  <a:schemeClr val="tx1"/>
                </a:solidFill>
                <a:latin typeface="Calibri"/>
              </a:rPr>
              <a:t>This presentation was downloaded from Presales Stories. </a:t>
            </a:r>
          </a:p>
          <a:p>
            <a:pPr algn="ctr" defTabSz="914354">
              <a:defRPr/>
            </a:pPr>
            <a:r>
              <a:rPr lang="en-US" sz="1600" b="1">
                <a:solidFill>
                  <a:schemeClr val="tx1"/>
                </a:solidFill>
                <a:latin typeface="Calibri"/>
              </a:rPr>
              <a:t>Discover more content about EPAM’s Capabilities at </a:t>
            </a:r>
            <a:br>
              <a:rPr lang="en-US" sz="1600" b="1">
                <a:solidFill>
                  <a:schemeClr val="tx1"/>
                </a:solidFill>
                <a:latin typeface="Calibri"/>
              </a:rPr>
            </a:br>
            <a:r>
              <a:rPr lang="en-US" sz="1600" b="1" u="sng">
                <a:solidFill>
                  <a:schemeClr val="tx1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https://epa.ms/stories</a:t>
            </a:r>
            <a:endParaRPr lang="en-US" sz="1600" b="1">
              <a:solidFill>
                <a:schemeClr val="tx1"/>
              </a:solidFill>
              <a:latin typeface="Calibri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01F7317-9450-7F4E-8CF4-A6FAE6DBDD15}"/>
              </a:ext>
            </a:extLst>
          </p:cNvPr>
          <p:cNvSpPr txBox="1">
            <a:spLocks/>
          </p:cNvSpPr>
          <p:nvPr/>
        </p:nvSpPr>
        <p:spPr>
          <a:xfrm>
            <a:off x="2901517" y="2834448"/>
            <a:ext cx="6388966" cy="1604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2400" b="0">
                <a:solidFill>
                  <a:schemeClr val="tx1"/>
                </a:solidFill>
                <a:latin typeface="Calibri Light" panose="020F0302020204030204" pitchFamily="34" charset="0"/>
              </a:rPr>
              <a:t>All provided material can only be used under NDA</a:t>
            </a:r>
            <a:br>
              <a:rPr lang="en-US" sz="2400" b="0">
                <a:solidFill>
                  <a:schemeClr val="tx1"/>
                </a:solidFill>
                <a:latin typeface="Calibri Light" panose="020F0302020204030204" pitchFamily="34" charset="0"/>
              </a:rPr>
            </a:br>
            <a:r>
              <a:rPr lang="en-US" sz="2400" b="0">
                <a:solidFill>
                  <a:schemeClr val="tx1"/>
                </a:solidFill>
                <a:latin typeface="Calibri Light" panose="020F0302020204030204" pitchFamily="34" charset="0"/>
              </a:rPr>
              <a:t>Slides can Contain Confidential Notes</a:t>
            </a:r>
            <a:br>
              <a:rPr lang="en-US" sz="2400" b="0">
                <a:solidFill>
                  <a:schemeClr val="tx1"/>
                </a:solidFill>
                <a:latin typeface="Calibri Light" panose="020F0302020204030204" pitchFamily="34" charset="0"/>
              </a:rPr>
            </a:br>
            <a:r>
              <a:rPr lang="en-US" sz="2400" b="0">
                <a:solidFill>
                  <a:schemeClr val="tx1"/>
                </a:solidFill>
                <a:latin typeface="Calibri Light" panose="020F0302020204030204" pitchFamily="34" charset="0"/>
              </a:rPr>
              <a:t>Don’t Share As PPT</a:t>
            </a:r>
          </a:p>
        </p:txBody>
      </p:sp>
    </p:spTree>
    <p:extLst>
      <p:ext uri="{BB962C8B-B14F-4D97-AF65-F5344CB8AC3E}">
        <p14:creationId xmlns:p14="http://schemas.microsoft.com/office/powerpoint/2010/main" val="429006856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31137FB-F149-DD41-B765-24A58A85D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91" y="1024301"/>
            <a:ext cx="609419" cy="545269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952A47A2-EF74-7B4A-948B-354D8CBA8096}"/>
              </a:ext>
            </a:extLst>
          </p:cNvPr>
          <p:cNvSpPr txBox="1">
            <a:spLocks/>
          </p:cNvSpPr>
          <p:nvPr/>
        </p:nvSpPr>
        <p:spPr>
          <a:xfrm>
            <a:off x="3894218" y="1786378"/>
            <a:ext cx="4403565" cy="73866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sz="4800">
                <a:solidFill>
                  <a:schemeClr val="tx1"/>
                </a:solidFill>
              </a:rPr>
              <a:t>Disclaimer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14BDE5-32F5-E643-A4FF-D09A52DA71E1}"/>
              </a:ext>
            </a:extLst>
          </p:cNvPr>
          <p:cNvSpPr/>
          <p:nvPr/>
        </p:nvSpPr>
        <p:spPr>
          <a:xfrm>
            <a:off x="2573605" y="5025323"/>
            <a:ext cx="7044791" cy="114687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spcAft>
                <a:spcPts val="600"/>
              </a:spcAft>
              <a:defRPr/>
            </a:pPr>
            <a:r>
              <a:rPr lang="en-US" sz="1600" b="1">
                <a:solidFill>
                  <a:schemeClr val="tx1"/>
                </a:solidFill>
                <a:latin typeface="Calibri"/>
              </a:rPr>
              <a:t>This presentation was downloaded from Presales Stories. </a:t>
            </a:r>
          </a:p>
          <a:p>
            <a:pPr algn="ctr" defTabSz="914354">
              <a:defRPr/>
            </a:pPr>
            <a:r>
              <a:rPr lang="en-US" sz="1600" b="1">
                <a:solidFill>
                  <a:schemeClr val="tx1"/>
                </a:solidFill>
                <a:latin typeface="Calibri"/>
              </a:rPr>
              <a:t>Discover more content about EPAM’s Capabilities at </a:t>
            </a:r>
            <a:br>
              <a:rPr lang="en-US" sz="1600" b="1">
                <a:solidFill>
                  <a:schemeClr val="tx1"/>
                </a:solidFill>
                <a:latin typeface="Calibri"/>
              </a:rPr>
            </a:br>
            <a:r>
              <a:rPr lang="en-US" sz="1600" b="1" u="sng">
                <a:solidFill>
                  <a:schemeClr val="tx1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https://epa.ms/stories</a:t>
            </a:r>
            <a:endParaRPr lang="en-US" sz="1600" b="1">
              <a:solidFill>
                <a:schemeClr val="tx1"/>
              </a:solidFill>
              <a:latin typeface="Calibri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01F7317-9450-7F4E-8CF4-A6FAE6DBDD15}"/>
              </a:ext>
            </a:extLst>
          </p:cNvPr>
          <p:cNvSpPr txBox="1">
            <a:spLocks/>
          </p:cNvSpPr>
          <p:nvPr/>
        </p:nvSpPr>
        <p:spPr>
          <a:xfrm>
            <a:off x="2901517" y="2834448"/>
            <a:ext cx="6388966" cy="1604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2400" b="0">
                <a:solidFill>
                  <a:schemeClr val="tx1"/>
                </a:solidFill>
                <a:latin typeface="Calibri Light" panose="020F0302020204030204" pitchFamily="34" charset="0"/>
              </a:rPr>
              <a:t>All provided material can only be used under NDA</a:t>
            </a:r>
            <a:br>
              <a:rPr lang="en-US" sz="2400" b="0">
                <a:solidFill>
                  <a:schemeClr val="tx1"/>
                </a:solidFill>
                <a:latin typeface="Calibri Light" panose="020F0302020204030204" pitchFamily="34" charset="0"/>
              </a:rPr>
            </a:br>
            <a:r>
              <a:rPr lang="en-US" sz="2400" b="0">
                <a:solidFill>
                  <a:schemeClr val="tx1"/>
                </a:solidFill>
                <a:latin typeface="Calibri Light" panose="020F0302020204030204" pitchFamily="34" charset="0"/>
              </a:rPr>
              <a:t>Slides can Contain Confidential Notes</a:t>
            </a:r>
            <a:br>
              <a:rPr lang="en-US" sz="2400" b="0">
                <a:solidFill>
                  <a:schemeClr val="tx1"/>
                </a:solidFill>
                <a:latin typeface="Calibri Light" panose="020F0302020204030204" pitchFamily="34" charset="0"/>
              </a:rPr>
            </a:br>
            <a:r>
              <a:rPr lang="en-US" sz="2400" b="0">
                <a:solidFill>
                  <a:schemeClr val="tx1"/>
                </a:solidFill>
                <a:latin typeface="Calibri Light" panose="020F0302020204030204" pitchFamily="34" charset="0"/>
              </a:rPr>
              <a:t>Don’t Share As PPT</a:t>
            </a:r>
          </a:p>
        </p:txBody>
      </p:sp>
    </p:spTree>
    <p:extLst>
      <p:ext uri="{BB962C8B-B14F-4D97-AF65-F5344CB8AC3E}">
        <p14:creationId xmlns:p14="http://schemas.microsoft.com/office/powerpoint/2010/main" val="215167511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875002"/>
            <a:ext cx="5530850" cy="1015663"/>
          </a:xfrm>
        </p:spPr>
        <p:txBody>
          <a:bodyPr wrap="square">
            <a:spAutoFit/>
          </a:bodyPr>
          <a:lstStyle>
            <a:lvl1pPr>
              <a:defRPr sz="6600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33460F-F216-4161-81D4-61770D44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07338" y="2286000"/>
            <a:ext cx="3827462" cy="25725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For more information, contact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83A137D-51C1-42BD-8E6A-5A17CA8E69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07338" y="2746674"/>
            <a:ext cx="3827462" cy="28943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Victoria Morrison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8F9D7D-61B7-4023-A90A-331ABB601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07338" y="3039391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Head of Marketing EMEA</a:t>
            </a:r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5F31C29-0270-444C-AB5B-F5F8275A4E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07338" y="3661074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victoria_morrison@epam.com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B6A5DF8-022B-46A9-9257-DAA098142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07338" y="3948004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CF17201-04E3-48ED-9077-B42ECD88D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07338" y="4572000"/>
            <a:ext cx="3827462" cy="117307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4B6A1A-ED6A-490A-AA56-15684042F07D}"/>
              </a:ext>
            </a:extLst>
          </p:cNvPr>
          <p:cNvCxnSpPr/>
          <p:nvPr/>
        </p:nvCxnSpPr>
        <p:spPr>
          <a:xfrm>
            <a:off x="6946900" y="2286000"/>
            <a:ext cx="0" cy="3534697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1039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A93F-80C2-4E84-BBBB-D58C168EB4E2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0066-3D7A-48AD-B1A7-8EF78B4DA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00813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1181100"/>
            <a:ext cx="5638796" cy="1015663"/>
          </a:xfrm>
        </p:spPr>
        <p:txBody>
          <a:bodyPr wrap="square">
            <a:spAutoFit/>
          </a:bodyPr>
          <a:lstStyle>
            <a:lvl1pPr>
              <a:defRPr sz="6600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33460F-F216-4161-81D4-61770D44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4663" y="2717434"/>
            <a:ext cx="3827462" cy="25725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For more information, contact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83A137D-51C1-42BD-8E6A-5A17CA8E69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4663" y="3178108"/>
            <a:ext cx="3827462" cy="28943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Victoria Morrison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8F9D7D-61B7-4023-A90A-331ABB601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4663" y="3470825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Head of Marketing EMEA</a:t>
            </a:r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5F31C29-0270-444C-AB5B-F5F8275A4E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4663" y="4092508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victoria_morrison@epam.com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B6A5DF8-022B-46A9-9257-DAA098142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4663" y="4379438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CF17201-04E3-48ED-9077-B42ECD88D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4663" y="5003434"/>
            <a:ext cx="3827462" cy="117307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D26DCF78-A14C-7743-94BB-7E13C2AD86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ru-RU"/>
              <a:t>Вставка рисунка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0268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Large_Black_Blu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43305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“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FDAE605C-196F-F337-1606-FFE4407B2E7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03957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_People_3_Peopl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063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 flip="none" rotWithShape="1">
                  <a:gsLst>
                    <a:gs pos="0">
                      <a:srgbClr val="0078C2"/>
                    </a:gs>
                    <a:gs pos="58000">
                      <a:srgbClr val="0047FF"/>
                    </a:gs>
                    <a:gs pos="91000">
                      <a:srgbClr val="8453D2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7063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7063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C1C1359-8F08-C0F3-2D34-47EA322BD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CF16E01-7092-EE1E-8080-DCF72DAA2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942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78C2"/>
                    </a:gs>
                    <a:gs pos="58000">
                      <a:srgbClr val="0047FF"/>
                    </a:gs>
                    <a:gs pos="91000">
                      <a:srgbClr val="8453D2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CA67D79-120D-160C-DD3C-77D27D493F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942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BF8ECD0-B431-B638-27D5-32D70A5C2A1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42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6E89CDA-AA89-1D71-39FA-7994E05AE9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42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B3BDFDF-6AC9-EF9C-D008-AB293FA5AA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80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78C2"/>
                    </a:gs>
                    <a:gs pos="58000">
                      <a:srgbClr val="0047FF"/>
                    </a:gs>
                    <a:gs pos="91000">
                      <a:srgbClr val="8453D2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F6F850E-875C-CE1C-C696-B9119881C1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80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EE0176D5-725E-3E5F-2AB8-0A9D56960DE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280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A11A961-3944-A416-6D0E-F19285260E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80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87CB6C0-A169-C8C1-E769-E9DEDFE854F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5224726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28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8343623-118B-A24E-8060-C86868512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1D55E2D-31E1-964E-A84E-078A2C657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505" y="1181101"/>
            <a:ext cx="11274551" cy="49910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Edit Master text styles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6CDD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Second level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0A0A0"/>
              </a:buClr>
              <a:buSzTx/>
              <a:buFont typeface="Calibri" panose="020F0502020204030204" pitchFamily="34" charset="0"/>
              <a:buChar char="→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Third level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7026661-2BCD-1D4A-8DC8-D31F192E63A8}"/>
              </a:ext>
            </a:extLst>
          </p:cNvPr>
          <p:cNvSpPr txBox="1">
            <a:spLocks/>
          </p:cNvSpPr>
          <p:nvPr/>
        </p:nvSpPr>
        <p:spPr>
          <a:xfrm>
            <a:off x="5969314" y="643890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6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05" y="6368394"/>
            <a:ext cx="1144537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356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9" r:id="rId38"/>
    <p:sldLayoutId id="2147483698" r:id="rId39"/>
    <p:sldLayoutId id="2147483718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9" r:id="rId49"/>
    <p:sldLayoutId id="2147483710" r:id="rId50"/>
    <p:sldLayoutId id="2147483708" r:id="rId51"/>
    <p:sldLayoutId id="2147483719" r:id="rId52"/>
    <p:sldLayoutId id="2147483720" r:id="rId53"/>
    <p:sldLayoutId id="2147483711" r:id="rId54"/>
    <p:sldLayoutId id="2147483712" r:id="rId55"/>
    <p:sldLayoutId id="2147483714" r:id="rId56"/>
    <p:sldLayoutId id="2147483713" r:id="rId57"/>
    <p:sldLayoutId id="2147483721" r:id="rId58"/>
    <p:sldLayoutId id="2147483716" r:id="rId59"/>
    <p:sldLayoutId id="2147483715" r:id="rId6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200" b="1" i="0" kern="1200">
          <a:solidFill>
            <a:schemeClr val="accent1"/>
          </a:solidFill>
          <a:latin typeface="+mj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16" orient="horz" pos="144">
          <p15:clr>
            <a:srgbClr val="F26B43"/>
          </p15:clr>
        </p15:guide>
        <p15:guide id="17" orient="horz" pos="288">
          <p15:clr>
            <a:srgbClr val="F26B43"/>
          </p15:clr>
        </p15:guide>
        <p15:guide id="18" orient="horz" pos="432">
          <p15:clr>
            <a:srgbClr val="F26B43"/>
          </p15:clr>
        </p15:guide>
        <p15:guide id="19" orient="horz" pos="576">
          <p15:clr>
            <a:srgbClr val="F26B43"/>
          </p15:clr>
        </p15:guide>
        <p15:guide id="20" orient="horz" pos="720">
          <p15:clr>
            <a:srgbClr val="F26B43"/>
          </p15:clr>
        </p15:guide>
        <p15:guide id="21" orient="horz" pos="864">
          <p15:clr>
            <a:srgbClr val="F26B43"/>
          </p15:clr>
        </p15:guide>
        <p15:guide id="22" orient="horz" pos="1008">
          <p15:clr>
            <a:srgbClr val="F26B43"/>
          </p15:clr>
        </p15:guide>
        <p15:guide id="23" orient="horz" pos="1152">
          <p15:clr>
            <a:srgbClr val="F26B43"/>
          </p15:clr>
        </p15:guide>
        <p15:guide id="24" orient="horz" pos="1296">
          <p15:clr>
            <a:srgbClr val="F26B43"/>
          </p15:clr>
        </p15:guide>
        <p15:guide id="25" orient="horz" pos="1440">
          <p15:clr>
            <a:srgbClr val="F26B43"/>
          </p15:clr>
        </p15:guide>
        <p15:guide id="26" orient="horz" pos="1584">
          <p15:clr>
            <a:srgbClr val="F26B43"/>
          </p15:clr>
        </p15:guide>
        <p15:guide id="27" orient="horz" pos="1728">
          <p15:clr>
            <a:srgbClr val="F26B43"/>
          </p15:clr>
        </p15:guide>
        <p15:guide id="28" orient="horz" pos="1872">
          <p15:clr>
            <a:srgbClr val="F26B43"/>
          </p15:clr>
        </p15:guide>
        <p15:guide id="29" orient="horz" pos="2016">
          <p15:clr>
            <a:srgbClr val="F26B43"/>
          </p15:clr>
        </p15:guide>
        <p15:guide id="30" orient="horz" pos="2304">
          <p15:clr>
            <a:srgbClr val="F26B43"/>
          </p15:clr>
        </p15:guide>
        <p15:guide id="31" orient="horz" pos="2448">
          <p15:clr>
            <a:srgbClr val="F26B43"/>
          </p15:clr>
        </p15:guide>
        <p15:guide id="32" orient="horz" pos="2592">
          <p15:clr>
            <a:srgbClr val="F26B43"/>
          </p15:clr>
        </p15:guide>
        <p15:guide id="33" orient="horz" pos="2736">
          <p15:clr>
            <a:srgbClr val="F26B43"/>
          </p15:clr>
        </p15:guide>
        <p15:guide id="34" orient="horz" pos="2880">
          <p15:clr>
            <a:srgbClr val="F26B43"/>
          </p15:clr>
        </p15:guide>
        <p15:guide id="35" orient="horz" pos="3024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312">
          <p15:clr>
            <a:srgbClr val="F26B43"/>
          </p15:clr>
        </p15:guide>
        <p15:guide id="38" orient="horz" pos="3456">
          <p15:clr>
            <a:srgbClr val="F26B43"/>
          </p15:clr>
        </p15:guide>
        <p15:guide id="39" orient="horz" pos="3600">
          <p15:clr>
            <a:srgbClr val="F26B43"/>
          </p15:clr>
        </p15:guide>
        <p15:guide id="40" orient="horz" pos="3744">
          <p15:clr>
            <a:srgbClr val="F26B43"/>
          </p15:clr>
        </p15:guide>
        <p15:guide id="41" orient="horz" pos="3888">
          <p15:clr>
            <a:srgbClr val="F26B43"/>
          </p15:clr>
        </p15:guide>
        <p15:guide id="43" orient="horz" pos="4176">
          <p15:clr>
            <a:srgbClr val="F26B43"/>
          </p15:clr>
        </p15:guide>
        <p15:guide id="56" orient="horz">
          <p15:clr>
            <a:srgbClr val="F26B43"/>
          </p15:clr>
        </p15:guide>
        <p15:guide id="57" orient="horz" pos="4320">
          <p15:clr>
            <a:srgbClr val="F26B43"/>
          </p15:clr>
        </p15:guide>
        <p15:guide id="58" orient="horz" pos="4032">
          <p15:clr>
            <a:srgbClr val="F26B43"/>
          </p15:clr>
        </p15:guide>
        <p15:guide id="59" pos="288">
          <p15:clr>
            <a:srgbClr val="F26B43"/>
          </p15:clr>
        </p15:guide>
        <p15:guide id="61" pos="7392">
          <p15:clr>
            <a:srgbClr val="F26B43"/>
          </p15:clr>
        </p15:guide>
        <p15:guide id="62" pos="894">
          <p15:clr>
            <a:srgbClr val="F26B43"/>
          </p15:clr>
        </p15:guide>
        <p15:guide id="63" pos="750">
          <p15:clr>
            <a:srgbClr val="F26B43"/>
          </p15:clr>
        </p15:guide>
        <p15:guide id="64" pos="1354">
          <p15:clr>
            <a:srgbClr val="F26B43"/>
          </p15:clr>
        </p15:guide>
        <p15:guide id="65" pos="1498">
          <p15:clr>
            <a:srgbClr val="F26B43"/>
          </p15:clr>
        </p15:guide>
        <p15:guide id="66" pos="1958">
          <p15:clr>
            <a:srgbClr val="F26B43"/>
          </p15:clr>
        </p15:guide>
        <p15:guide id="67" pos="2088">
          <p15:clr>
            <a:srgbClr val="F26B43"/>
          </p15:clr>
        </p15:guide>
        <p15:guide id="68" pos="2710">
          <p15:clr>
            <a:srgbClr val="F26B43"/>
          </p15:clr>
        </p15:guide>
        <p15:guide id="69" pos="2568">
          <p15:clr>
            <a:srgbClr val="F26B43"/>
          </p15:clr>
        </p15:guide>
        <p15:guide id="70" pos="3310">
          <p15:clr>
            <a:srgbClr val="F26B43"/>
          </p15:clr>
        </p15:guide>
        <p15:guide id="71" pos="3168">
          <p15:clr>
            <a:srgbClr val="F26B43"/>
          </p15:clr>
        </p15:guide>
        <p15:guide id="72" pos="3772">
          <p15:clr>
            <a:srgbClr val="F26B43"/>
          </p15:clr>
        </p15:guide>
        <p15:guide id="73" pos="3919">
          <p15:clr>
            <a:srgbClr val="F26B43"/>
          </p15:clr>
        </p15:guide>
        <p15:guide id="74" pos="4376">
          <p15:clr>
            <a:srgbClr val="F26B43"/>
          </p15:clr>
        </p15:guide>
        <p15:guide id="75" pos="4523">
          <p15:clr>
            <a:srgbClr val="F26B43"/>
          </p15:clr>
        </p15:guide>
        <p15:guide id="76" pos="5128">
          <p15:clr>
            <a:srgbClr val="F26B43"/>
          </p15:clr>
        </p15:guide>
        <p15:guide id="77" pos="4981">
          <p15:clr>
            <a:srgbClr val="F26B43"/>
          </p15:clr>
        </p15:guide>
        <p15:guide id="78" pos="5579">
          <p15:clr>
            <a:srgbClr val="F26B43"/>
          </p15:clr>
        </p15:guide>
        <p15:guide id="79" pos="5726">
          <p15:clr>
            <a:srgbClr val="F26B43"/>
          </p15:clr>
        </p15:guide>
        <p15:guide id="80" pos="6186">
          <p15:clr>
            <a:srgbClr val="F26B43"/>
          </p15:clr>
        </p15:guide>
        <p15:guide id="81" pos="6330">
          <p15:clr>
            <a:srgbClr val="F26B43"/>
          </p15:clr>
        </p15:guide>
        <p15:guide id="82" pos="6793">
          <p15:clr>
            <a:srgbClr val="F26B43"/>
          </p15:clr>
        </p15:guide>
        <p15:guide id="83" pos="693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D5DDA9FD-D621-0134-9699-89AED709AC96}"/>
              </a:ext>
            </a:extLst>
          </p:cNvPr>
          <p:cNvSpPr txBox="1"/>
          <p:nvPr userDrawn="1"/>
        </p:nvSpPr>
        <p:spPr>
          <a:xfrm>
            <a:off x="4429760" y="-5384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2B80E9-585F-C9B1-8576-376264F2985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0E024EE-FD6A-B6AB-A3B4-33DB1D9D4C9F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B05241D2-DD60-6811-5E6D-C8C5BC3FBCBF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1FAF5EB5-8EED-D1BB-C0DC-9C6119D22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63" y="880646"/>
            <a:ext cx="1092993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470F6-1A75-436F-5B3A-ECBBB5282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419" y="1726856"/>
            <a:ext cx="10929937" cy="448344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10756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82" r:id="rId2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1" i="0" kern="1200" spc="0" dirty="0">
          <a:solidFill>
            <a:schemeClr val="tx1"/>
          </a:solidFill>
          <a:effectLst/>
          <a:latin typeface="+mj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lang="en-US" sz="1400" b="0" i="0" kern="1200" dirty="0">
          <a:solidFill>
            <a:schemeClr val="accent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lang="en-US" sz="1400" b="0" i="0" kern="1200" dirty="0" smtClean="0">
          <a:solidFill>
            <a:schemeClr val="tx1"/>
          </a:solidFill>
          <a:latin typeface="+mn-lt"/>
          <a:ea typeface="Human Sans" charset="0"/>
          <a:cs typeface="Calibri" panose="020F0502020204030204" pitchFamily="34" charset="0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Courier New" panose="02070309020205020404" pitchFamily="49" charset="0"/>
        <a:buChar char="o"/>
        <a:defRPr lang="en-US" sz="1200" b="0" i="0" kern="1200" dirty="0" smtClean="0">
          <a:solidFill>
            <a:schemeClr val="tx1"/>
          </a:solidFill>
          <a:latin typeface="+mn-lt"/>
          <a:ea typeface="Human Sans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5" userDrawn="1">
          <p15:clr>
            <a:srgbClr val="F26B43"/>
          </p15:clr>
        </p15:guide>
        <p15:guide id="3" pos="7280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12" orient="horz" pos="768" userDrawn="1">
          <p15:clr>
            <a:srgbClr val="F26B43"/>
          </p15:clr>
        </p15:guide>
        <p15:guide id="13" pos="830" userDrawn="1">
          <p15:clr>
            <a:srgbClr val="F26B43"/>
          </p15:clr>
        </p15:guide>
        <p15:guide id="14" pos="984" userDrawn="1">
          <p15:clr>
            <a:srgbClr val="F26B43"/>
          </p15:clr>
        </p15:guide>
        <p15:guide id="15" pos="1416" userDrawn="1">
          <p15:clr>
            <a:srgbClr val="F26B43"/>
          </p15:clr>
        </p15:guide>
        <p15:guide id="16" pos="1568" userDrawn="1">
          <p15:clr>
            <a:srgbClr val="F26B43"/>
          </p15:clr>
        </p15:guide>
        <p15:guide id="17" pos="2004" userDrawn="1">
          <p15:clr>
            <a:srgbClr val="F26B43"/>
          </p15:clr>
        </p15:guide>
        <p15:guide id="18" pos="2156" userDrawn="1">
          <p15:clr>
            <a:srgbClr val="F26B43"/>
          </p15:clr>
        </p15:guide>
        <p15:guide id="19" pos="2589" userDrawn="1">
          <p15:clr>
            <a:srgbClr val="F26B43"/>
          </p15:clr>
        </p15:guide>
        <p15:guide id="20" pos="2742" userDrawn="1">
          <p15:clr>
            <a:srgbClr val="F26B43"/>
          </p15:clr>
        </p15:guide>
        <p15:guide id="21" pos="3168" userDrawn="1">
          <p15:clr>
            <a:srgbClr val="F26B43"/>
          </p15:clr>
        </p15:guide>
        <p15:guide id="22" pos="3326" userDrawn="1">
          <p15:clr>
            <a:srgbClr val="F26B43"/>
          </p15:clr>
        </p15:guide>
        <p15:guide id="23" pos="3762" userDrawn="1">
          <p15:clr>
            <a:srgbClr val="F26B43"/>
          </p15:clr>
        </p15:guide>
        <p15:guide id="24" pos="3912" userDrawn="1">
          <p15:clr>
            <a:srgbClr val="F26B43"/>
          </p15:clr>
        </p15:guide>
        <p15:guide id="25" pos="4346" userDrawn="1">
          <p15:clr>
            <a:srgbClr val="F26B43"/>
          </p15:clr>
        </p15:guide>
        <p15:guide id="26" pos="4500" userDrawn="1">
          <p15:clr>
            <a:srgbClr val="F26B43"/>
          </p15:clr>
        </p15:guide>
        <p15:guide id="27" pos="4934" userDrawn="1">
          <p15:clr>
            <a:srgbClr val="F26B43"/>
          </p15:clr>
        </p15:guide>
        <p15:guide id="28" pos="5086" userDrawn="1">
          <p15:clr>
            <a:srgbClr val="F26B43"/>
          </p15:clr>
        </p15:guide>
        <p15:guide id="29" pos="5520" userDrawn="1">
          <p15:clr>
            <a:srgbClr val="F26B43"/>
          </p15:clr>
        </p15:guide>
        <p15:guide id="30" pos="5674" userDrawn="1">
          <p15:clr>
            <a:srgbClr val="F26B43"/>
          </p15:clr>
        </p15:guide>
        <p15:guide id="31" pos="6108" userDrawn="1">
          <p15:clr>
            <a:srgbClr val="F26B43"/>
          </p15:clr>
        </p15:guide>
        <p15:guide id="32" pos="6262" userDrawn="1">
          <p15:clr>
            <a:srgbClr val="F26B43"/>
          </p15:clr>
        </p15:guide>
        <p15:guide id="33" pos="6692" userDrawn="1">
          <p15:clr>
            <a:srgbClr val="F26B43"/>
          </p15:clr>
        </p15:guide>
        <p15:guide id="34" pos="6846" userDrawn="1">
          <p15:clr>
            <a:srgbClr val="F26B43"/>
          </p15:clr>
        </p15:guide>
        <p15:guide id="35" orient="horz" pos="984" userDrawn="1">
          <p15:clr>
            <a:srgbClr val="F26B43"/>
          </p15:clr>
        </p15:guide>
        <p15:guide id="36" orient="horz" pos="4128" userDrawn="1">
          <p15:clr>
            <a:srgbClr val="F26B43"/>
          </p15:clr>
        </p15:guide>
        <p15:guide id="37" orient="horz" pos="1080" userDrawn="1">
          <p15:clr>
            <a:srgbClr val="F26B43"/>
          </p15:clr>
        </p15:guide>
        <p15:guide id="38" orient="horz" pos="1248" userDrawn="1">
          <p15:clr>
            <a:srgbClr val="F26B43"/>
          </p15:clr>
        </p15:guide>
        <p15:guide id="39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996101" y="1330038"/>
            <a:ext cx="10800000" cy="2527260"/>
          </a:xfrm>
        </p:spPr>
        <p:txBody>
          <a:bodyPr/>
          <a:lstStyle/>
          <a:p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br>
              <a:rPr lang="en-US" sz="6000" dirty="0"/>
            </a:b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Random Forests</a:t>
            </a:r>
            <a:br>
              <a:rPr lang="en-US" sz="6000" dirty="0"/>
            </a:br>
            <a:b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45669-E265-FB49-F707-A13C0554DD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775" y="4031673"/>
            <a:ext cx="10800000" cy="1969770"/>
          </a:xfrm>
        </p:spPr>
        <p:txBody>
          <a:bodyPr/>
          <a:lstStyle/>
          <a:p>
            <a:endParaRPr lang="en-GB" sz="3200" b="1" i="1" dirty="0"/>
          </a:p>
          <a:p>
            <a:r>
              <a:rPr lang="en-GB" sz="3200" b="1" i="1" dirty="0"/>
              <a:t>Dilrabo Khidirova</a:t>
            </a:r>
          </a:p>
          <a:p>
            <a:r>
              <a:rPr lang="en-US" sz="3200" dirty="0"/>
              <a:t>Machine Learning Engineer | Lecturer</a:t>
            </a:r>
            <a:endParaRPr lang="en-GB" sz="3200" b="1" i="1" dirty="0"/>
          </a:p>
          <a:p>
            <a:r>
              <a:rPr lang="en-US" sz="3200" dirty="0"/>
              <a:t>IT Park University – 2026</a:t>
            </a:r>
            <a:endParaRPr lang="en-GB" sz="3200" b="1" i="1" dirty="0"/>
          </a:p>
        </p:txBody>
      </p:sp>
    </p:spTree>
    <p:extLst>
      <p:ext uri="{BB962C8B-B14F-4D97-AF65-F5344CB8AC3E}">
        <p14:creationId xmlns:p14="http://schemas.microsoft.com/office/powerpoint/2010/main" val="300096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5DD53C-2551-F787-7A2C-EDECBE3B002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48781" y="4705501"/>
            <a:ext cx="4554537" cy="321627"/>
          </a:xfrm>
        </p:spPr>
        <p:txBody>
          <a:bodyPr/>
          <a:lstStyle/>
          <a:p>
            <a:r>
              <a:rPr lang="en-GB" dirty="0"/>
              <a:t>Section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0E0ED70-519D-B6DD-F25C-6B7B355F2D7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0A9AF0-B723-FB54-1E42-2464C293309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09970E-6ACF-7E47-DC7B-39D933CD4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74" y="199696"/>
            <a:ext cx="11817308" cy="587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565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A43624-53A3-D85C-D54A-8A2BB5A52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75" y="195324"/>
            <a:ext cx="11993649" cy="617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834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F6166-1828-1009-515D-D5300539D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652C2D5-9DD3-B8C9-5B02-8547E68B6F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812520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0813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CB751F-F19E-89BD-BB03-3709008FC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60" y="148719"/>
            <a:ext cx="11860280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1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F5CB7-7CD7-3E07-C0FF-8C2DF205A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24EE1-DBB0-BA55-4F75-A142ED00D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24" y="329540"/>
            <a:ext cx="11274552" cy="457200"/>
          </a:xfrm>
        </p:spPr>
        <p:txBody>
          <a:bodyPr/>
          <a:lstStyle/>
          <a:p>
            <a:r>
              <a:rPr lang="en-US" dirty="0"/>
              <a:t>Problem statement: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1D6EE6-0847-3A50-968B-3CDF33579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28" y="174461"/>
            <a:ext cx="11955543" cy="622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544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E3603-2DE9-3EC2-49FC-7069B5F56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DC6B4-06DF-590B-EDCD-2A878EA4E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02" y="329540"/>
            <a:ext cx="10104173" cy="457200"/>
          </a:xfrm>
        </p:spPr>
        <p:txBody>
          <a:bodyPr/>
          <a:lstStyle/>
          <a:p>
            <a:r>
              <a:rPr lang="en-US" sz="2000" dirty="0">
                <a:solidFill>
                  <a:srgbClr val="1D9E75"/>
                </a:solidFill>
              </a:rPr>
              <a:t>PHASE 3  —  Q&amp;A Deep Dive  —  20 minutes</a:t>
            </a:r>
            <a:endParaRPr lang="en-US" sz="2000" dirty="0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FF8AAF58-4DB7-1AEB-74BF-95D3022F6152}"/>
              </a:ext>
            </a:extLst>
          </p:cNvPr>
          <p:cNvSpPr/>
          <p:nvPr/>
        </p:nvSpPr>
        <p:spPr bwMode="auto">
          <a:xfrm>
            <a:off x="702439" y="213158"/>
            <a:ext cx="693683" cy="689963"/>
          </a:xfrm>
          <a:prstGeom prst="flowChartConnector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rPr>
              <a:t>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BBFF10-CE3F-0026-2FC9-2367900DA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25" y="1340230"/>
            <a:ext cx="3705742" cy="4477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FA46E1-8493-3C7D-294C-7E871E05F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7892" y="1349756"/>
            <a:ext cx="3696216" cy="44678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B5CECE-6FFB-629A-9A3F-406AA8312F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7533" y="1349756"/>
            <a:ext cx="3715268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11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A3884-4FC3-0478-9FED-3E256C2F1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B89C0-4EA2-D836-8C49-E98D5F82F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24" y="329540"/>
            <a:ext cx="11274552" cy="457200"/>
          </a:xfrm>
        </p:spPr>
        <p:txBody>
          <a:bodyPr/>
          <a:lstStyle/>
          <a:p>
            <a:r>
              <a:rPr lang="en-US" sz="3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1: Gini Impurity — The Ice Cream Bowl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A73339-43CF-327A-6212-B4667D778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97" y="786740"/>
            <a:ext cx="11688806" cy="54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755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27DF1-C40D-4C90-62C7-44F53AD7D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82630-9067-FE31-F3E6-B4AA82BA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24" y="329540"/>
            <a:ext cx="11274552" cy="457200"/>
          </a:xfrm>
        </p:spPr>
        <p:txBody>
          <a:bodyPr/>
          <a:lstStyle/>
          <a:p>
            <a:r>
              <a:rPr lang="en-US" sz="3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2: Bias-Variance Tradeoff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6F954A-3D9E-F4D9-390D-3FDFE8528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18" y="1126224"/>
            <a:ext cx="11926964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774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7F367-EAF6-F406-A75D-5ED5D92E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8ECA5-50BD-57FB-2FD2-414389AE0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24" y="329540"/>
            <a:ext cx="11274552" cy="457200"/>
          </a:xfrm>
        </p:spPr>
        <p:txBody>
          <a:bodyPr/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3: Ensemble Power — The Medical Committee</a:t>
            </a:r>
            <a:endParaRPr lang="en-US" sz="32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15C3D2-B91D-0FF6-18B6-368BBD81B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54" y="980220"/>
            <a:ext cx="11441122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406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E5CE6-4D1E-F1CD-BA0B-F49CB9522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 descr="10 Animals That Live In Coniferous Forests">
            <a:extLst>
              <a:ext uri="{FF2B5EF4-FFF2-40B4-BE49-F238E27FC236}">
                <a16:creationId xmlns:a16="http://schemas.microsoft.com/office/drawing/2014/main" id="{EB3389BC-5FBB-AD15-F22D-608ABC10E4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64916" y="337036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2D2DBB-F0B0-1B23-523B-CAC1661DC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063"/>
            <a:ext cx="12079386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099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FD2A3-1C2C-06A0-4DE1-60E21749E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FB8D16-700D-3B22-F6C6-A4672E793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3" y="699706"/>
            <a:ext cx="12060333" cy="545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12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19D6F-F3A6-BC91-085F-89A321B05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3BA563-EF4E-1350-092B-C7021078BC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269"/>
          <a:stretch>
            <a:fillRect/>
          </a:stretch>
        </p:blipFill>
        <p:spPr>
          <a:xfrm>
            <a:off x="173775" y="1019503"/>
            <a:ext cx="11403016" cy="52604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F43AF4-66B7-E2F4-F996-7CB614D86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75" y="135094"/>
            <a:ext cx="11222016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670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A blue and white swirly background&#10;&#10;AI-generated content may be incorrect.">
            <a:extLst>
              <a:ext uri="{FF2B5EF4-FFF2-40B4-BE49-F238E27FC236}">
                <a16:creationId xmlns:a16="http://schemas.microsoft.com/office/drawing/2014/main" id="{ACA53B88-F06E-8FB7-1098-85AB02434DA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70" r="20370"/>
          <a:stretch>
            <a:fillRect/>
          </a:stretch>
        </p:blipFill>
        <p:spPr/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94E4E2-2A6D-D38E-B067-402F1335FD53}"/>
              </a:ext>
            </a:extLst>
          </p:cNvPr>
          <p:cNvSpPr txBox="1"/>
          <p:nvPr/>
        </p:nvSpPr>
        <p:spPr>
          <a:xfrm>
            <a:off x="521069" y="1713848"/>
            <a:ext cx="493308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/ Q&amp;A</a:t>
            </a:r>
          </a:p>
          <a:p>
            <a:endParaRPr lang="en-US" sz="4000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Dilrabo Khidirova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/>
              <a:t> dilrabo.khidirova91@gmail.com</a:t>
            </a:r>
          </a:p>
        </p:txBody>
      </p:sp>
    </p:spTree>
    <p:extLst>
      <p:ext uri="{BB962C8B-B14F-4D97-AF65-F5344CB8AC3E}">
        <p14:creationId xmlns:p14="http://schemas.microsoft.com/office/powerpoint/2010/main" val="1405928315"/>
      </p:ext>
    </p:extLst>
  </p:cSld>
  <p:clrMapOvr>
    <a:masterClrMapping/>
  </p:clrMapOvr>
</p:sld>
</file>

<file path=ppt/theme/theme1.xml><?xml version="1.0" encoding="utf-8"?>
<a:theme xmlns:a="http://schemas.openxmlformats.org/drawingml/2006/main" name="ITPU">
  <a:themeElements>
    <a:clrScheme name="ITPU">
      <a:dk1>
        <a:srgbClr val="222222"/>
      </a:dk1>
      <a:lt1>
        <a:srgbClr val="FFFFFF"/>
      </a:lt1>
      <a:dk2>
        <a:srgbClr val="464547"/>
      </a:dk2>
      <a:lt2>
        <a:srgbClr val="F6F6F6"/>
      </a:lt2>
      <a:accent1>
        <a:srgbClr val="39C2D7"/>
      </a:accent1>
      <a:accent2>
        <a:srgbClr val="CEDB56"/>
      </a:accent2>
      <a:accent3>
        <a:srgbClr val="76CDD8"/>
      </a:accent3>
      <a:accent4>
        <a:srgbClr val="263852"/>
      </a:accent4>
      <a:accent5>
        <a:srgbClr val="008ACF"/>
      </a:accent5>
      <a:accent6>
        <a:srgbClr val="D35D47"/>
      </a:accent6>
      <a:hlink>
        <a:srgbClr val="39C2D7"/>
      </a:hlink>
      <a:folHlink>
        <a:srgbClr val="008ACF"/>
      </a:folHlink>
    </a:clrScheme>
    <a:fontScheme name="ITPU">
      <a:majorFont>
        <a:latin typeface="Montserrat Black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none" rtlCol="0" anchor="ctr"/>
      <a:lstStyle>
        <a:defPPr algn="ctr">
          <a:defRPr sz="2400" dirty="0" err="1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600"/>
          </a:spcBef>
          <a:defRPr sz="1200" dirty="0" err="1" smtClean="0">
            <a:ea typeface="Human Sans" charset="0"/>
            <a:cs typeface="Human Sans" charset="0"/>
          </a:defRPr>
        </a:defPPr>
      </a:lstStyle>
    </a:txDef>
  </a:objectDefaults>
  <a:extraClrSchemeLst/>
  <a:custClrLst>
    <a:custClr name="PALINA BLUE">
      <a:srgbClr val="A9C9D7"/>
    </a:custClr>
    <a:custClr name="DARK PURPLE ">
      <a:srgbClr val="8A7CBB"/>
    </a:custClr>
    <a:custClr name="LIGHT PURPLE">
      <a:srgbClr val="AE9BD8"/>
    </a:custClr>
    <a:custClr name="BRIGHT CORAL">
      <a:srgbClr val="FF4E33"/>
    </a:custClr>
    <a:custClr name="EPAM CORAL">
      <a:srgbClr val="FF8468"/>
    </a:custClr>
    <a:custClr name="BRIGHT ORANGE">
      <a:srgbClr val="FF8500"/>
    </a:custClr>
    <a:custClr name="ORANGE ">
      <a:srgbClr val="FFA436"/>
    </a:custClr>
    <a:custClr name="DARK GREEN">
      <a:srgbClr val="62A230"/>
    </a:custClr>
    <a:custClr name="BRIGHT GREEN">
      <a:srgbClr val="9BC838"/>
    </a:custClr>
    <a:custClr name="LIME GREEN">
      <a:srgbClr val="C8DE49"/>
    </a:custClr>
    <a:custClr name="Coral Orange">
      <a:srgbClr val="F57F41"/>
    </a:custClr>
    <a:custClr name="Tangerine">
      <a:srgbClr val="F15C44"/>
    </a:custClr>
    <a:custClr name="Gold">
      <a:srgbClr val="DBB661"/>
    </a:custClr>
    <a:custClr name="Turqoise">
      <a:srgbClr val="2A9D8E"/>
    </a:custClr>
    <a:custClr name="Ocean">
      <a:srgbClr val="209EBD"/>
    </a:custClr>
    <a:custClr name="Charcoal">
      <a:srgbClr val="264553"/>
    </a:custClr>
    <a:custClr name="Eggplant">
      <a:srgbClr val="58335E"/>
    </a:custClr>
    <a:custClr name="Grape Soda">
      <a:srgbClr val="745C97"/>
    </a:custClr>
    <a:custClr name="Wild Berry">
      <a:srgbClr val="89608E"/>
    </a:custClr>
    <a:custClr name="Taffy">
      <a:srgbClr val="8ACDEA"/>
    </a:custClr>
    <a:custClr name="Honey">
      <a:srgbClr val="EFEA5A"/>
    </a:custClr>
    <a:custClr name="Mint">
      <a:srgbClr val="2CD094"/>
    </a:custClr>
    <a:custClr name="Malibu">
      <a:srgbClr val="BAD49C"/>
    </a:custClr>
    <a:custClr name="Cotton Candy">
      <a:srgbClr val="EEB4B3"/>
    </a:custClr>
    <a:custClr name="Guava">
      <a:srgbClr val="E26D5C"/>
    </a:custClr>
  </a:custClrLst>
  <a:extLst>
    <a:ext uri="{05A4C25C-085E-4340-85A3-A5531E510DB2}">
      <thm15:themeFamily xmlns:thm15="http://schemas.microsoft.com/office/thememl/2012/main" name="ITPU" id="{809D5BA0-7481-409D-9AEA-D71F2547E6E3}" vid="{6BB8BD47-B3FC-44C1-A2DB-F2429CC64518}"/>
    </a:ext>
  </a:extLst>
</a:theme>
</file>

<file path=ppt/theme/theme2.xml><?xml version="1.0" encoding="utf-8"?>
<a:theme xmlns:a="http://schemas.openxmlformats.org/drawingml/2006/main" name="EPAM Master Light 2023.1">
  <a:themeElements>
    <a:clrScheme name="EPAM Light Palette ">
      <a:dk1>
        <a:srgbClr val="000000"/>
      </a:dk1>
      <a:lt1>
        <a:srgbClr val="FFFFFF"/>
      </a:lt1>
      <a:dk2>
        <a:srgbClr val="A0A0A0"/>
      </a:dk2>
      <a:lt2>
        <a:srgbClr val="FBFAFA"/>
      </a:lt2>
      <a:accent1>
        <a:srgbClr val="060606"/>
      </a:accent1>
      <a:accent2>
        <a:srgbClr val="0047FF"/>
      </a:accent2>
      <a:accent3>
        <a:srgbClr val="0078C2"/>
      </a:accent3>
      <a:accent4>
        <a:srgbClr val="8353D2"/>
      </a:accent4>
      <a:accent5>
        <a:srgbClr val="0134BB"/>
      </a:accent5>
      <a:accent6>
        <a:srgbClr val="107E8D"/>
      </a:accent6>
      <a:hlink>
        <a:srgbClr val="060606"/>
      </a:hlink>
      <a:folHlink>
        <a:srgbClr val="000000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none" rtlCol="0" anchor="ctr"/>
      <a:lstStyle>
        <a:defPPr algn="ctr">
          <a:defRPr sz="2400" dirty="0" err="1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600"/>
          </a:spcBef>
          <a:defRPr sz="1200" dirty="0" err="1" smtClean="0">
            <a:ea typeface="Human Sans" charset="0"/>
            <a:cs typeface="Human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3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098b4a-f813-4c41-b33d-8e5374d6e6bd">
      <Terms xmlns="http://schemas.microsoft.com/office/infopath/2007/PartnerControls"/>
    </lcf76f155ced4ddcb4097134ff3c332f>
    <TaxCatchAll xmlns="1291ed71-7ce0-44eb-a106-310fe28b651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167D8DA071F14C92BE3255D2D86121" ma:contentTypeVersion="14" ma:contentTypeDescription="Create a new document." ma:contentTypeScope="" ma:versionID="d103a94d2da10ca9fac69deb7fbebe5e">
  <xsd:schema xmlns:xsd="http://www.w3.org/2001/XMLSchema" xmlns:xs="http://www.w3.org/2001/XMLSchema" xmlns:p="http://schemas.microsoft.com/office/2006/metadata/properties" xmlns:ns2="70098b4a-f813-4c41-b33d-8e5374d6e6bd" xmlns:ns3="1291ed71-7ce0-44eb-a106-310fe28b6511" targetNamespace="http://schemas.microsoft.com/office/2006/metadata/properties" ma:root="true" ma:fieldsID="c6de40cb7de9f487e5fb87ca435207ab" ns2:_="" ns3:_="">
    <xsd:import namespace="70098b4a-f813-4c41-b33d-8e5374d6e6bd"/>
    <xsd:import namespace="1291ed71-7ce0-44eb-a106-310fe28b65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098b4a-f813-4c41-b33d-8e5374d6e6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ebda6a7-6b37-4000-ac6c-4fd0a96389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91ed71-7ce0-44eb-a106-310fe28b651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c11623f-3662-4d5c-b839-477c03c23119}" ma:internalName="TaxCatchAll" ma:showField="CatchAllData" ma:web="1291ed71-7ce0-44eb-a106-310fe28b65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6CFF79-DA35-4526-85B2-BD710B75A606}">
  <ds:schemaRefs>
    <ds:schemaRef ds:uri="http://www.w3.org/XML/1998/namespace"/>
    <ds:schemaRef ds:uri="http://schemas.microsoft.com/office/2006/metadata/properties"/>
    <ds:schemaRef ds:uri="70098b4a-f813-4c41-b33d-8e5374d6e6bd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1291ed71-7ce0-44eb-a106-310fe28b6511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638605F-A862-4EC1-B69F-C434A6BFB5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735CBE-4749-47E4-BE09-A7C4678E8C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098b4a-f813-4c41-b33d-8e5374d6e6bd"/>
    <ds:schemaRef ds:uri="1291ed71-7ce0-44eb-a106-310fe28b65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ITPU</Template>
  <TotalTime>1974</TotalTime>
  <Words>117</Words>
  <Application>Microsoft Office PowerPoint</Application>
  <PresentationFormat>Widescreen</PresentationFormat>
  <Paragraphs>33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Calibri</vt:lpstr>
      <vt:lpstr>Calibri Bold</vt:lpstr>
      <vt:lpstr>Calibri Light</vt:lpstr>
      <vt:lpstr>Courier New</vt:lpstr>
      <vt:lpstr>Montserrat</vt:lpstr>
      <vt:lpstr>Montserrat Black</vt:lpstr>
      <vt:lpstr>Times New Roman</vt:lpstr>
      <vt:lpstr>ITPU</vt:lpstr>
      <vt:lpstr>EPAM Master Light 2023.1</vt:lpstr>
      <vt:lpstr>Decision Trees &amp; Random Forests  </vt:lpstr>
      <vt:lpstr>PowerPoint Presentation</vt:lpstr>
      <vt:lpstr>PowerPoint Presentation</vt:lpstr>
      <vt:lpstr>Learning Objectives</vt:lpstr>
      <vt:lpstr>PowerPoint Presentation</vt:lpstr>
      <vt:lpstr>Problem statement:</vt:lpstr>
      <vt:lpstr>PHASE 3  —  Q&amp;A Deep Dive  —  20 minutes</vt:lpstr>
      <vt:lpstr>Concept 1: Gini Impurity — The Ice Cream Bowl</vt:lpstr>
      <vt:lpstr>Concept 2: Bias-Variance Tradeoff</vt:lpstr>
      <vt:lpstr>Concept 3: Ensemble Power — The Medical Committee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Dell</dc:creator>
  <cp:lastModifiedBy>Dilrabo Khidirova</cp:lastModifiedBy>
  <cp:revision>290</cp:revision>
  <dcterms:created xsi:type="dcterms:W3CDTF">2022-09-14T07:58:30Z</dcterms:created>
  <dcterms:modified xsi:type="dcterms:W3CDTF">2026-03-17T10:26:01Z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0x01010065167D8DA071F14C92BE3255D2D86121</vt:lpwstr>
  </property>
  <property fmtid="{D5CDD505-2E9C-101B-9397-08002B2CF9AE}" pid="3" name="MediaServiceImageTags">
    <vt:lpwstr/>
  </property>
  <property fmtid="{D5CDD505-2E9C-101B-9397-08002B2CF9AE}" pid="4" name="MSIP_Label_2a535040-0af2-483f-adc3-a132c21e3e2b_Enabled">
    <vt:lpwstr>true</vt:lpwstr>
  </property>
  <property fmtid="{D5CDD505-2E9C-101B-9397-08002B2CF9AE}" pid="5" name="MSIP_Label_2a535040-0af2-483f-adc3-a132c21e3e2b_SetDate">
    <vt:lpwstr>2024-06-25T11:22:05Z</vt:lpwstr>
  </property>
  <property fmtid="{D5CDD505-2E9C-101B-9397-08002B2CF9AE}" pid="6" name="MSIP_Label_2a535040-0af2-483f-adc3-a132c21e3e2b_Method">
    <vt:lpwstr>Standard</vt:lpwstr>
  </property>
  <property fmtid="{D5CDD505-2E9C-101B-9397-08002B2CF9AE}" pid="7" name="MSIP_Label_2a535040-0af2-483f-adc3-a132c21e3e2b_Name">
    <vt:lpwstr>EPAM_Confidential</vt:lpwstr>
  </property>
  <property fmtid="{D5CDD505-2E9C-101B-9397-08002B2CF9AE}" pid="8" name="MSIP_Label_2a535040-0af2-483f-adc3-a132c21e3e2b_SiteId">
    <vt:lpwstr>b41b72d0-4e9f-4c26-8a69-f949f367c91d</vt:lpwstr>
  </property>
  <property fmtid="{D5CDD505-2E9C-101B-9397-08002B2CF9AE}" pid="9" name="MSIP_Label_2a535040-0af2-483f-adc3-a132c21e3e2b_ActionId">
    <vt:lpwstr>82085378-4ea7-4a64-81d1-9ceda4d5f1a8</vt:lpwstr>
  </property>
  <property fmtid="{D5CDD505-2E9C-101B-9397-08002B2CF9AE}" pid="10" name="MSIP_Label_2a535040-0af2-483f-adc3-a132c21e3e2b_ContentBits">
    <vt:lpwstr>0</vt:lpwstr>
  </property>
</Properties>
</file>